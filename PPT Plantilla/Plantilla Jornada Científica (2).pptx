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6" r:id="rId9"/>
    <p:sldId id="267" r:id="rId10"/>
    <p:sldId id="268" r:id="rId11"/>
    <p:sldId id="261" r:id="rId12"/>
    <p:sldId id="262" r:id="rId13"/>
    <p:sldId id="263" r:id="rId14"/>
  </p:sldIdLst>
  <p:sldSz cx="18288000" cy="10287000"/>
  <p:notesSz cx="6858000" cy="9144000"/>
  <p:embeddedFontLst>
    <p:embeddedFont>
      <p:font typeface="DM Sans" pitchFamily="2" charset="0"/>
      <p:regular r:id="rId15"/>
      <p:bold r:id="rId16"/>
      <p:italic r:id="rId17"/>
      <p:boldItalic r:id="rId18"/>
    </p:embeddedFont>
    <p:embeddedFont>
      <p:font typeface="DM Sans Bold" pitchFamily="2" charset="0"/>
      <p:regular r:id="rId19"/>
      <p:bold r:id="rId20"/>
    </p:embeddedFont>
    <p:embeddedFont>
      <p:font typeface="Myriad Light" panose="020B0604020202020204" charset="0"/>
      <p:regular r:id="rId21"/>
    </p:embeddedFont>
    <p:embeddedFont>
      <p:font typeface="Open Sauce" panose="020B0604020202020204" charset="0"/>
      <p:regular r:id="rId22"/>
    </p:embeddedFont>
    <p:embeddedFont>
      <p:font typeface="Prompt Bold" panose="00000800000000000000" pitchFamily="2" charset="-34"/>
      <p:regular r:id="rId23"/>
      <p:bold r:id="rId24"/>
    </p:embeddedFont>
    <p:embeddedFont>
      <p:font typeface="Prompt Light" panose="00000400000000000000" pitchFamily="2" charset="-34"/>
      <p:regular r:id="rId25"/>
      <p: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18F38C-3971-B15C-FCF0-196B359671E1}" v="89" dt="2026-06-17T16:14:00.709"/>
    <p1510:client id="{699E5A3E-3E00-B59A-28B5-F46960B00DFE}" v="185" dt="2026-06-17T04:06:11.794"/>
    <p1510:client id="{95C59EFB-D0DC-420E-8253-498E2A23C057}" v="171" dt="2026-06-17T03:39:51.1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y.attilano" userId="34c5f9e9-fca0-4b86-84d7-8395cd2ee3ab" providerId="ADAL" clId="{69C06B96-A047-43AD-B639-6A238284ECEE}"/>
    <pc:docChg chg="undo custSel modSld">
      <pc:chgData name="may.attilano" userId="34c5f9e9-fca0-4b86-84d7-8395cd2ee3ab" providerId="ADAL" clId="{69C06B96-A047-43AD-B639-6A238284ECEE}" dt="2026-06-17T03:39:51.170" v="374" actId="20577"/>
      <pc:docMkLst>
        <pc:docMk/>
      </pc:docMkLst>
      <pc:sldChg chg="addSp delSp modSp mod">
        <pc:chgData name="may.attilano" userId="34c5f9e9-fca0-4b86-84d7-8395cd2ee3ab" providerId="ADAL" clId="{69C06B96-A047-43AD-B639-6A238284ECEE}" dt="2026-06-17T03:23:48.904" v="224" actId="1076"/>
        <pc:sldMkLst>
          <pc:docMk/>
          <pc:sldMk cId="0" sldId="256"/>
        </pc:sldMkLst>
        <pc:spChg chg="mod">
          <ac:chgData name="may.attilano" userId="34c5f9e9-fca0-4b86-84d7-8395cd2ee3ab" providerId="ADAL" clId="{69C06B96-A047-43AD-B639-6A238284ECEE}" dt="2026-06-17T03:23:26.576" v="219" actId="14100"/>
          <ac:spMkLst>
            <pc:docMk/>
            <pc:sldMk cId="0" sldId="256"/>
            <ac:spMk id="10" creationId="{00000000-0000-0000-0000-000000000000}"/>
          </ac:spMkLst>
        </pc:spChg>
        <pc:spChg chg="mod">
          <ac:chgData name="may.attilano" userId="34c5f9e9-fca0-4b86-84d7-8395cd2ee3ab" providerId="ADAL" clId="{69C06B96-A047-43AD-B639-6A238284ECEE}" dt="2026-06-17T03:23:07.773" v="215" actId="14100"/>
          <ac:spMkLst>
            <pc:docMk/>
            <pc:sldMk cId="0" sldId="256"/>
            <ac:spMk id="11" creationId="{00000000-0000-0000-0000-000000000000}"/>
          </ac:spMkLst>
        </pc:spChg>
        <pc:spChg chg="mod">
          <ac:chgData name="may.attilano" userId="34c5f9e9-fca0-4b86-84d7-8395cd2ee3ab" providerId="ADAL" clId="{69C06B96-A047-43AD-B639-6A238284ECEE}" dt="2026-06-17T03:23:48.904" v="224" actId="1076"/>
          <ac:spMkLst>
            <pc:docMk/>
            <pc:sldMk cId="0" sldId="256"/>
            <ac:spMk id="12" creationId="{00000000-0000-0000-0000-000000000000}"/>
          </ac:spMkLst>
        </pc:spChg>
        <pc:picChg chg="add del mod">
          <ac:chgData name="may.attilano" userId="34c5f9e9-fca0-4b86-84d7-8395cd2ee3ab" providerId="ADAL" clId="{69C06B96-A047-43AD-B639-6A238284ECEE}" dt="2026-06-17T03:14:02.092" v="12" actId="478"/>
          <ac:picMkLst>
            <pc:docMk/>
            <pc:sldMk cId="0" sldId="256"/>
            <ac:picMk id="37" creationId="{C5AE171F-4900-2C61-86E3-17B0B2AD1306}"/>
          </ac:picMkLst>
        </pc:picChg>
      </pc:sldChg>
      <pc:sldChg chg="modSp mod">
        <pc:chgData name="may.attilano" userId="34c5f9e9-fca0-4b86-84d7-8395cd2ee3ab" providerId="ADAL" clId="{69C06B96-A047-43AD-B639-6A238284ECEE}" dt="2026-06-17T03:20:41.579" v="208"/>
        <pc:sldMkLst>
          <pc:docMk/>
          <pc:sldMk cId="0" sldId="257"/>
        </pc:sldMkLst>
        <pc:spChg chg="mod">
          <ac:chgData name="may.attilano" userId="34c5f9e9-fca0-4b86-84d7-8395cd2ee3ab" providerId="ADAL" clId="{69C06B96-A047-43AD-B639-6A238284ECEE}" dt="2026-06-17T03:18:52.474" v="198" actId="20577"/>
          <ac:spMkLst>
            <pc:docMk/>
            <pc:sldMk cId="0" sldId="257"/>
            <ac:spMk id="14" creationId="{00000000-0000-0000-0000-000000000000}"/>
          </ac:spMkLst>
        </pc:spChg>
        <pc:spChg chg="mod">
          <ac:chgData name="may.attilano" userId="34c5f9e9-fca0-4b86-84d7-8395cd2ee3ab" providerId="ADAL" clId="{69C06B96-A047-43AD-B639-6A238284ECEE}" dt="2026-06-17T03:20:36.568" v="207" actId="20577"/>
          <ac:spMkLst>
            <pc:docMk/>
            <pc:sldMk cId="0" sldId="257"/>
            <ac:spMk id="29" creationId="{00000000-0000-0000-0000-000000000000}"/>
          </ac:spMkLst>
        </pc:spChg>
        <pc:spChg chg="mod">
          <ac:chgData name="may.attilano" userId="34c5f9e9-fca0-4b86-84d7-8395cd2ee3ab" providerId="ADAL" clId="{69C06B96-A047-43AD-B639-6A238284ECEE}" dt="2026-06-17T03:20:41.579" v="208"/>
          <ac:spMkLst>
            <pc:docMk/>
            <pc:sldMk cId="0" sldId="257"/>
            <ac:spMk id="30" creationId="{00000000-0000-0000-0000-000000000000}"/>
          </ac:spMkLst>
        </pc:spChg>
      </pc:sldChg>
      <pc:sldChg chg="addSp modSp mod">
        <pc:chgData name="may.attilano" userId="34c5f9e9-fca0-4b86-84d7-8395cd2ee3ab" providerId="ADAL" clId="{69C06B96-A047-43AD-B639-6A238284ECEE}" dt="2026-06-17T03:39:51.170" v="374" actId="20577"/>
        <pc:sldMkLst>
          <pc:docMk/>
          <pc:sldMk cId="0" sldId="258"/>
        </pc:sldMkLst>
        <pc:spChg chg="mod">
          <ac:chgData name="may.attilano" userId="34c5f9e9-fca0-4b86-84d7-8395cd2ee3ab" providerId="ADAL" clId="{69C06B96-A047-43AD-B639-6A238284ECEE}" dt="2026-06-17T03:39:12.184" v="349" actId="1076"/>
          <ac:spMkLst>
            <pc:docMk/>
            <pc:sldMk cId="0" sldId="258"/>
            <ac:spMk id="5" creationId="{00000000-0000-0000-0000-000000000000}"/>
          </ac:spMkLst>
        </pc:spChg>
        <pc:spChg chg="mod">
          <ac:chgData name="may.attilano" userId="34c5f9e9-fca0-4b86-84d7-8395cd2ee3ab" providerId="ADAL" clId="{69C06B96-A047-43AD-B639-6A238284ECEE}" dt="2026-06-17T03:39:30.703" v="350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may.attilano" userId="34c5f9e9-fca0-4b86-84d7-8395cd2ee3ab" providerId="ADAL" clId="{69C06B96-A047-43AD-B639-6A238284ECEE}" dt="2026-06-17T03:39:30.703" v="350" actId="1076"/>
          <ac:spMkLst>
            <pc:docMk/>
            <pc:sldMk cId="0" sldId="258"/>
            <ac:spMk id="22" creationId="{00000000-0000-0000-0000-000000000000}"/>
          </ac:spMkLst>
        </pc:spChg>
        <pc:spChg chg="mod">
          <ac:chgData name="may.attilano" userId="34c5f9e9-fca0-4b86-84d7-8395cd2ee3ab" providerId="ADAL" clId="{69C06B96-A047-43AD-B639-6A238284ECEE}" dt="2026-06-17T03:39:30.703" v="350" actId="1076"/>
          <ac:spMkLst>
            <pc:docMk/>
            <pc:sldMk cId="0" sldId="258"/>
            <ac:spMk id="23" creationId="{00000000-0000-0000-0000-000000000000}"/>
          </ac:spMkLst>
        </pc:spChg>
        <pc:spChg chg="mod">
          <ac:chgData name="may.attilano" userId="34c5f9e9-fca0-4b86-84d7-8395cd2ee3ab" providerId="ADAL" clId="{69C06B96-A047-43AD-B639-6A238284ECEE}" dt="2026-06-17T03:38:50.240" v="346"/>
          <ac:spMkLst>
            <pc:docMk/>
            <pc:sldMk cId="0" sldId="258"/>
            <ac:spMk id="25" creationId="{B67E2DEC-171E-9D60-5B51-816E0065F057}"/>
          </ac:spMkLst>
        </pc:spChg>
        <pc:spChg chg="mod">
          <ac:chgData name="may.attilano" userId="34c5f9e9-fca0-4b86-84d7-8395cd2ee3ab" providerId="ADAL" clId="{69C06B96-A047-43AD-B639-6A238284ECEE}" dt="2026-06-17T03:38:50.240" v="346"/>
          <ac:spMkLst>
            <pc:docMk/>
            <pc:sldMk cId="0" sldId="258"/>
            <ac:spMk id="26" creationId="{FC33100D-A81B-C244-CEB6-82DE38031B22}"/>
          </ac:spMkLst>
        </pc:spChg>
        <pc:spChg chg="add mod">
          <ac:chgData name="may.attilano" userId="34c5f9e9-fca0-4b86-84d7-8395cd2ee3ab" providerId="ADAL" clId="{69C06B96-A047-43AD-B639-6A238284ECEE}" dt="2026-06-17T03:39:51.170" v="374" actId="20577"/>
          <ac:spMkLst>
            <pc:docMk/>
            <pc:sldMk cId="0" sldId="258"/>
            <ac:spMk id="27" creationId="{1F4DD5F7-2C65-2CB5-C26B-9C1298EFA6E7}"/>
          </ac:spMkLst>
        </pc:spChg>
        <pc:grpChg chg="mod">
          <ac:chgData name="may.attilano" userId="34c5f9e9-fca0-4b86-84d7-8395cd2ee3ab" providerId="ADAL" clId="{69C06B96-A047-43AD-B639-6A238284ECEE}" dt="2026-06-17T03:39:30.703" v="350" actId="1076"/>
          <ac:grpSpMkLst>
            <pc:docMk/>
            <pc:sldMk cId="0" sldId="258"/>
            <ac:grpSpMk id="7" creationId="{00000000-0000-0000-0000-000000000000}"/>
          </ac:grpSpMkLst>
        </pc:grpChg>
        <pc:grpChg chg="mod">
          <ac:chgData name="may.attilano" userId="34c5f9e9-fca0-4b86-84d7-8395cd2ee3ab" providerId="ADAL" clId="{69C06B96-A047-43AD-B639-6A238284ECEE}" dt="2026-06-17T03:39:30.703" v="350" actId="1076"/>
          <ac:grpSpMkLst>
            <pc:docMk/>
            <pc:sldMk cId="0" sldId="258"/>
            <ac:grpSpMk id="10" creationId="{00000000-0000-0000-0000-000000000000}"/>
          </ac:grpSpMkLst>
        </pc:grpChg>
        <pc:grpChg chg="mod">
          <ac:chgData name="may.attilano" userId="34c5f9e9-fca0-4b86-84d7-8395cd2ee3ab" providerId="ADAL" clId="{69C06B96-A047-43AD-B639-6A238284ECEE}" dt="2026-06-17T03:39:30.703" v="350" actId="1076"/>
          <ac:grpSpMkLst>
            <pc:docMk/>
            <pc:sldMk cId="0" sldId="258"/>
            <ac:grpSpMk id="13" creationId="{00000000-0000-0000-0000-000000000000}"/>
          </ac:grpSpMkLst>
        </pc:grpChg>
        <pc:grpChg chg="add mod">
          <ac:chgData name="may.attilano" userId="34c5f9e9-fca0-4b86-84d7-8395cd2ee3ab" providerId="ADAL" clId="{69C06B96-A047-43AD-B639-6A238284ECEE}" dt="2026-06-17T03:39:30.703" v="350" actId="1076"/>
          <ac:grpSpMkLst>
            <pc:docMk/>
            <pc:sldMk cId="0" sldId="258"/>
            <ac:grpSpMk id="24" creationId="{7F7AB261-E6C5-E7FA-2545-1A8F813A00AF}"/>
          </ac:grpSpMkLst>
        </pc:grpChg>
      </pc:sldChg>
      <pc:sldChg chg="delSp modSp mod">
        <pc:chgData name="may.attilano" userId="34c5f9e9-fca0-4b86-84d7-8395cd2ee3ab" providerId="ADAL" clId="{69C06B96-A047-43AD-B639-6A238284ECEE}" dt="2026-06-17T03:37:36.054" v="263" actId="478"/>
        <pc:sldMkLst>
          <pc:docMk/>
          <pc:sldMk cId="0" sldId="260"/>
        </pc:sldMkLst>
        <pc:spChg chg="del">
          <ac:chgData name="may.attilano" userId="34c5f9e9-fca0-4b86-84d7-8395cd2ee3ab" providerId="ADAL" clId="{69C06B96-A047-43AD-B639-6A238284ECEE}" dt="2026-06-17T03:37:36.054" v="263" actId="478"/>
          <ac:spMkLst>
            <pc:docMk/>
            <pc:sldMk cId="0" sldId="260"/>
            <ac:spMk id="75" creationId="{51DCE914-833F-5000-F6D0-137A6BE9B6F2}"/>
          </ac:spMkLst>
        </pc:spChg>
        <pc:spChg chg="mod">
          <ac:chgData name="may.attilano" userId="34c5f9e9-fca0-4b86-84d7-8395cd2ee3ab" providerId="ADAL" clId="{69C06B96-A047-43AD-B639-6A238284ECEE}" dt="2026-06-17T03:37:06.231" v="262" actId="1076"/>
          <ac:spMkLst>
            <pc:docMk/>
            <pc:sldMk cId="0" sldId="260"/>
            <ac:spMk id="76" creationId="{AFBDDFCE-E9C4-3D38-6FEB-0715434F26A7}"/>
          </ac:spMkLst>
        </pc:spChg>
      </pc:sldChg>
    </pc:docChg>
  </pc:docChgLst>
  <pc:docChgLst>
    <pc:chgData name="Guest User" userId="S::urn:spo:tenantanon#cfbd88b4-94bc-4fba-98bd-64d0726394a3::" providerId="AD" clId="Web-{699E5A3E-3E00-B59A-28B5-F46960B00DFE}"/>
    <pc:docChg chg="addSld modSld">
      <pc:chgData name="Guest User" userId="S::urn:spo:tenantanon#cfbd88b4-94bc-4fba-98bd-64d0726394a3::" providerId="AD" clId="Web-{699E5A3E-3E00-B59A-28B5-F46960B00DFE}" dt="2026-06-17T04:06:11.278" v="154" actId="20577"/>
      <pc:docMkLst>
        <pc:docMk/>
      </pc:docMkLst>
      <pc:sldChg chg="addSp delSp modSp">
        <pc:chgData name="Guest User" userId="S::urn:spo:tenantanon#cfbd88b4-94bc-4fba-98bd-64d0726394a3::" providerId="AD" clId="Web-{699E5A3E-3E00-B59A-28B5-F46960B00DFE}" dt="2026-06-17T03:36:08.722" v="104" actId="14100"/>
        <pc:sldMkLst>
          <pc:docMk/>
          <pc:sldMk cId="0" sldId="260"/>
        </pc:sldMkLst>
        <pc:spChg chg="mod">
          <ac:chgData name="Guest User" userId="S::urn:spo:tenantanon#cfbd88b4-94bc-4fba-98bd-64d0726394a3::" providerId="AD" clId="Web-{699E5A3E-3E00-B59A-28B5-F46960B00DFE}" dt="2026-06-17T03:22:19.584" v="0" actId="20577"/>
          <ac:spMkLst>
            <pc:docMk/>
            <pc:sldMk cId="0" sldId="260"/>
            <ac:spMk id="9" creationId="{00000000-0000-0000-0000-000000000000}"/>
          </ac:spMkLst>
        </pc:spChg>
        <pc:spChg chg="mod">
          <ac:chgData name="Guest User" userId="S::urn:spo:tenantanon#cfbd88b4-94bc-4fba-98bd-64d0726394a3::" providerId="AD" clId="Web-{699E5A3E-3E00-B59A-28B5-F46960B00DFE}" dt="2026-06-17T03:23:26.151" v="38" actId="20577"/>
          <ac:spMkLst>
            <pc:docMk/>
            <pc:sldMk cId="0" sldId="260"/>
            <ac:spMk id="12" creationId="{00000000-0000-0000-0000-000000000000}"/>
          </ac:spMkLst>
        </pc:spChg>
        <pc:spChg chg="topLvl">
          <ac:chgData name="Guest User" userId="S::urn:spo:tenantanon#cfbd88b4-94bc-4fba-98bd-64d0726394a3::" providerId="AD" clId="Web-{699E5A3E-3E00-B59A-28B5-F46960B00DFE}" dt="2026-06-17T03:23:40.809" v="43"/>
          <ac:spMkLst>
            <pc:docMk/>
            <pc:sldMk cId="0" sldId="260"/>
            <ac:spMk id="14" creationId="{00000000-0000-0000-0000-000000000000}"/>
          </ac:spMkLst>
        </pc:spChg>
        <pc:spChg chg="del mod topLvl">
          <ac:chgData name="Guest User" userId="S::urn:spo:tenantanon#cfbd88b4-94bc-4fba-98bd-64d0726394a3::" providerId="AD" clId="Web-{699E5A3E-3E00-B59A-28B5-F46960B00DFE}" dt="2026-06-17T03:23:40.809" v="43"/>
          <ac:spMkLst>
            <pc:docMk/>
            <pc:sldMk cId="0" sldId="260"/>
            <ac:spMk id="15" creationId="{00000000-0000-0000-0000-000000000000}"/>
          </ac:spMkLst>
        </pc:spChg>
        <pc:spChg chg="topLvl">
          <ac:chgData name="Guest User" userId="S::urn:spo:tenantanon#cfbd88b4-94bc-4fba-98bd-64d0726394a3::" providerId="AD" clId="Web-{699E5A3E-3E00-B59A-28B5-F46960B00DFE}" dt="2026-06-17T03:23:37.074" v="42"/>
          <ac:spMkLst>
            <pc:docMk/>
            <pc:sldMk cId="0" sldId="260"/>
            <ac:spMk id="17" creationId="{00000000-0000-0000-0000-000000000000}"/>
          </ac:spMkLst>
        </pc:spChg>
        <pc:spChg chg="del mod topLvl">
          <ac:chgData name="Guest User" userId="S::urn:spo:tenantanon#cfbd88b4-94bc-4fba-98bd-64d0726394a3::" providerId="AD" clId="Web-{699E5A3E-3E00-B59A-28B5-F46960B00DFE}" dt="2026-06-17T03:23:37.074" v="42"/>
          <ac:spMkLst>
            <pc:docMk/>
            <pc:sldMk cId="0" sldId="260"/>
            <ac:spMk id="18" creationId="{00000000-0000-0000-0000-000000000000}"/>
          </ac:spMkLst>
        </pc:spChg>
        <pc:spChg chg="mod">
          <ac:chgData name="Guest User" userId="S::urn:spo:tenantanon#cfbd88b4-94bc-4fba-98bd-64d0726394a3::" providerId="AD" clId="Web-{699E5A3E-3E00-B59A-28B5-F46960B00DFE}" dt="2026-06-17T03:25:35.785" v="81" actId="1076"/>
          <ac:spMkLst>
            <pc:docMk/>
            <pc:sldMk cId="0" sldId="260"/>
            <ac:spMk id="19" creationId="{00000000-0000-0000-0000-000000000000}"/>
          </ac:spMkLst>
        </pc:spChg>
        <pc:spChg chg="mod">
          <ac:chgData name="Guest User" userId="S::urn:spo:tenantanon#cfbd88b4-94bc-4fba-98bd-64d0726394a3::" providerId="AD" clId="Web-{699E5A3E-3E00-B59A-28B5-F46960B00DFE}" dt="2026-06-17T03:23:00.868" v="15" actId="1076"/>
          <ac:spMkLst>
            <pc:docMk/>
            <pc:sldMk cId="0" sldId="260"/>
            <ac:spMk id="62" creationId="{168E6BE3-CD5C-704C-4BCF-41C138AD5D8B}"/>
          </ac:spMkLst>
        </pc:spChg>
        <pc:spChg chg="mod">
          <ac:chgData name="Guest User" userId="S::urn:spo:tenantanon#cfbd88b4-94bc-4fba-98bd-64d0726394a3::" providerId="AD" clId="Web-{699E5A3E-3E00-B59A-28B5-F46960B00DFE}" dt="2026-06-17T03:23:10.556" v="20" actId="1076"/>
          <ac:spMkLst>
            <pc:docMk/>
            <pc:sldMk cId="0" sldId="260"/>
            <ac:spMk id="63" creationId="{889B11A1-B65A-ADC5-FDE0-19ECFABC6BF8}"/>
          </ac:spMkLst>
        </pc:spChg>
        <pc:spChg chg="add mod">
          <ac:chgData name="Guest User" userId="S::urn:spo:tenantanon#cfbd88b4-94bc-4fba-98bd-64d0726394a3::" providerId="AD" clId="Web-{699E5A3E-3E00-B59A-28B5-F46960B00DFE}" dt="2026-06-17T03:24:42.563" v="51" actId="20577"/>
          <ac:spMkLst>
            <pc:docMk/>
            <pc:sldMk cId="0" sldId="260"/>
            <ac:spMk id="68" creationId="{023A315F-EF63-4827-53B1-249A77356D9D}"/>
          </ac:spMkLst>
        </pc:spChg>
        <pc:spChg chg="add mod">
          <ac:chgData name="Guest User" userId="S::urn:spo:tenantanon#cfbd88b4-94bc-4fba-98bd-64d0726394a3::" providerId="AD" clId="Web-{699E5A3E-3E00-B59A-28B5-F46960B00DFE}" dt="2026-06-17T03:24:43.250" v="52" actId="20577"/>
          <ac:spMkLst>
            <pc:docMk/>
            <pc:sldMk cId="0" sldId="260"/>
            <ac:spMk id="69" creationId="{F9ACA1C6-7CC0-8659-5BAC-896EBDBD437B}"/>
          </ac:spMkLst>
        </pc:spChg>
        <pc:spChg chg="add mod">
          <ac:chgData name="Guest User" userId="S::urn:spo:tenantanon#cfbd88b4-94bc-4fba-98bd-64d0726394a3::" providerId="AD" clId="Web-{699E5A3E-3E00-B59A-28B5-F46960B00DFE}" dt="2026-06-17T03:24:54.017" v="56" actId="1076"/>
          <ac:spMkLst>
            <pc:docMk/>
            <pc:sldMk cId="0" sldId="260"/>
            <ac:spMk id="70" creationId="{4866D520-EDFD-C454-D97C-E8C6E8D74AEB}"/>
          </ac:spMkLst>
        </pc:spChg>
        <pc:spChg chg="mod">
          <ac:chgData name="Guest User" userId="S::urn:spo:tenantanon#cfbd88b4-94bc-4fba-98bd-64d0726394a3::" providerId="AD" clId="Web-{699E5A3E-3E00-B59A-28B5-F46960B00DFE}" dt="2026-06-17T03:25:24.988" v="76" actId="20577"/>
          <ac:spMkLst>
            <pc:docMk/>
            <pc:sldMk cId="0" sldId="260"/>
            <ac:spMk id="73" creationId="{989F40B0-1ADC-F528-C376-3FAA99CE0258}"/>
          </ac:spMkLst>
        </pc:spChg>
        <pc:spChg chg="add mod">
          <ac:chgData name="Guest User" userId="S::urn:spo:tenantanon#cfbd88b4-94bc-4fba-98bd-64d0726394a3::" providerId="AD" clId="Web-{699E5A3E-3E00-B59A-28B5-F46960B00DFE}" dt="2026-06-17T03:25:22.363" v="75" actId="20577"/>
          <ac:spMkLst>
            <pc:docMk/>
            <pc:sldMk cId="0" sldId="260"/>
            <ac:spMk id="74" creationId="{40D66579-C6AF-6C0F-06F1-A12F03445D40}"/>
          </ac:spMkLst>
        </pc:spChg>
        <pc:spChg chg="add mod">
          <ac:chgData name="Guest User" userId="S::urn:spo:tenantanon#cfbd88b4-94bc-4fba-98bd-64d0726394a3::" providerId="AD" clId="Web-{699E5A3E-3E00-B59A-28B5-F46960B00DFE}" dt="2026-06-17T03:25:28.379" v="78"/>
          <ac:spMkLst>
            <pc:docMk/>
            <pc:sldMk cId="0" sldId="260"/>
            <ac:spMk id="75" creationId="{51DCE914-833F-5000-F6D0-137A6BE9B6F2}"/>
          </ac:spMkLst>
        </pc:spChg>
        <pc:spChg chg="add mod">
          <ac:chgData name="Guest User" userId="S::urn:spo:tenantanon#cfbd88b4-94bc-4fba-98bd-64d0726394a3::" providerId="AD" clId="Web-{699E5A3E-3E00-B59A-28B5-F46960B00DFE}" dt="2026-06-17T03:36:08.722" v="104" actId="14100"/>
          <ac:spMkLst>
            <pc:docMk/>
            <pc:sldMk cId="0" sldId="260"/>
            <ac:spMk id="76" creationId="{AFBDDFCE-E9C4-3D38-6FEB-0715434F26A7}"/>
          </ac:spMkLst>
        </pc:spChg>
        <pc:grpChg chg="del">
          <ac:chgData name="Guest User" userId="S::urn:spo:tenantanon#cfbd88b4-94bc-4fba-98bd-64d0726394a3::" providerId="AD" clId="Web-{699E5A3E-3E00-B59A-28B5-F46960B00DFE}" dt="2026-06-17T03:23:40.809" v="43"/>
          <ac:grpSpMkLst>
            <pc:docMk/>
            <pc:sldMk cId="0" sldId="260"/>
            <ac:grpSpMk id="13" creationId="{00000000-0000-0000-0000-000000000000}"/>
          </ac:grpSpMkLst>
        </pc:grpChg>
        <pc:grpChg chg="del">
          <ac:chgData name="Guest User" userId="S::urn:spo:tenantanon#cfbd88b4-94bc-4fba-98bd-64d0726394a3::" providerId="AD" clId="Web-{699E5A3E-3E00-B59A-28B5-F46960B00DFE}" dt="2026-06-17T03:23:37.074" v="42"/>
          <ac:grpSpMkLst>
            <pc:docMk/>
            <pc:sldMk cId="0" sldId="260"/>
            <ac:grpSpMk id="16" creationId="{00000000-0000-0000-0000-000000000000}"/>
          </ac:grpSpMkLst>
        </pc:grpChg>
        <pc:grpChg chg="add del mod">
          <ac:chgData name="Guest User" userId="S::urn:spo:tenantanon#cfbd88b4-94bc-4fba-98bd-64d0726394a3::" providerId="AD" clId="Web-{699E5A3E-3E00-B59A-28B5-F46960B00DFE}" dt="2026-06-17T03:23:11.775" v="22"/>
          <ac:grpSpMkLst>
            <pc:docMk/>
            <pc:sldMk cId="0" sldId="260"/>
            <ac:grpSpMk id="61" creationId="{4932D2BE-5660-A644-A16D-72E1C60F41BA}"/>
          </ac:grpSpMkLst>
        </pc:grpChg>
        <pc:grpChg chg="add del mod">
          <ac:chgData name="Guest User" userId="S::urn:spo:tenantanon#cfbd88b4-94bc-4fba-98bd-64d0726394a3::" providerId="AD" clId="Web-{699E5A3E-3E00-B59A-28B5-F46960B00DFE}" dt="2026-06-17T03:23:11.775" v="21"/>
          <ac:grpSpMkLst>
            <pc:docMk/>
            <pc:sldMk cId="0" sldId="260"/>
            <ac:grpSpMk id="64" creationId="{161CE125-E665-2A6B-E153-FF929E437EA0}"/>
          </ac:grpSpMkLst>
        </pc:grpChg>
        <pc:grpChg chg="add mod">
          <ac:chgData name="Guest User" userId="S::urn:spo:tenantanon#cfbd88b4-94bc-4fba-98bd-64d0726394a3::" providerId="AD" clId="Web-{699E5A3E-3E00-B59A-28B5-F46960B00DFE}" dt="2026-06-17T03:24:54.017" v="57" actId="1076"/>
          <ac:grpSpMkLst>
            <pc:docMk/>
            <pc:sldMk cId="0" sldId="260"/>
            <ac:grpSpMk id="71" creationId="{6F0FA930-F764-8F6B-2917-1C92FA00EAA1}"/>
          </ac:grpSpMkLst>
        </pc:grpChg>
      </pc:sldChg>
      <pc:sldChg chg="delSp modSp add replId">
        <pc:chgData name="Guest User" userId="S::urn:spo:tenantanon#cfbd88b4-94bc-4fba-98bd-64d0726394a3::" providerId="AD" clId="Web-{699E5A3E-3E00-B59A-28B5-F46960B00DFE}" dt="2026-06-17T04:04:36.275" v="135" actId="20577"/>
        <pc:sldMkLst>
          <pc:docMk/>
          <pc:sldMk cId="3452173961" sldId="264"/>
        </pc:sldMkLst>
        <pc:spChg chg="del">
          <ac:chgData name="Guest User" userId="S::urn:spo:tenantanon#cfbd88b4-94bc-4fba-98bd-64d0726394a3::" providerId="AD" clId="Web-{699E5A3E-3E00-B59A-28B5-F46960B00DFE}" dt="2026-06-17T03:38:35.921" v="112"/>
          <ac:spMkLst>
            <pc:docMk/>
            <pc:sldMk cId="3452173961" sldId="264"/>
            <ac:spMk id="14" creationId="{06C60054-7294-657B-1692-D75ECF72E1F9}"/>
          </ac:spMkLst>
        </pc:spChg>
        <pc:spChg chg="del">
          <ac:chgData name="Guest User" userId="S::urn:spo:tenantanon#cfbd88b4-94bc-4fba-98bd-64d0726394a3::" providerId="AD" clId="Web-{699E5A3E-3E00-B59A-28B5-F46960B00DFE}" dt="2026-06-17T03:38:38.858" v="119"/>
          <ac:spMkLst>
            <pc:docMk/>
            <pc:sldMk cId="3452173961" sldId="264"/>
            <ac:spMk id="17" creationId="{8698CFFB-1765-9147-F691-ED33E9A585E6}"/>
          </ac:spMkLst>
        </pc:spChg>
        <pc:spChg chg="del">
          <ac:chgData name="Guest User" userId="S::urn:spo:tenantanon#cfbd88b4-94bc-4fba-98bd-64d0726394a3::" providerId="AD" clId="Web-{699E5A3E-3E00-B59A-28B5-F46960B00DFE}" dt="2026-06-17T03:38:40.186" v="122"/>
          <ac:spMkLst>
            <pc:docMk/>
            <pc:sldMk cId="3452173961" sldId="264"/>
            <ac:spMk id="19" creationId="{047FE661-A734-8848-D3A4-0D5ED554D7BA}"/>
          </ac:spMkLst>
        </pc:spChg>
        <pc:spChg chg="del">
          <ac:chgData name="Guest User" userId="S::urn:spo:tenantanon#cfbd88b4-94bc-4fba-98bd-64d0726394a3::" providerId="AD" clId="Web-{699E5A3E-3E00-B59A-28B5-F46960B00DFE}" dt="2026-06-17T03:38:40.186" v="121"/>
          <ac:spMkLst>
            <pc:docMk/>
            <pc:sldMk cId="3452173961" sldId="264"/>
            <ac:spMk id="20" creationId="{86C70596-3906-4E87-8EE5-9AD71F8CDDCF}"/>
          </ac:spMkLst>
        </pc:spChg>
        <pc:spChg chg="del">
          <ac:chgData name="Guest User" userId="S::urn:spo:tenantanon#cfbd88b4-94bc-4fba-98bd-64d0726394a3::" providerId="AD" clId="Web-{699E5A3E-3E00-B59A-28B5-F46960B00DFE}" dt="2026-06-17T03:38:38.858" v="118"/>
          <ac:spMkLst>
            <pc:docMk/>
            <pc:sldMk cId="3452173961" sldId="264"/>
            <ac:spMk id="21" creationId="{87B19C96-0362-A072-C2C2-0C9CDC56C756}"/>
          </ac:spMkLst>
        </pc:spChg>
        <pc:spChg chg="mod">
          <ac:chgData name="Guest User" userId="S::urn:spo:tenantanon#cfbd88b4-94bc-4fba-98bd-64d0726394a3::" providerId="AD" clId="Web-{699E5A3E-3E00-B59A-28B5-F46960B00DFE}" dt="2026-06-17T04:04:36.275" v="135" actId="20577"/>
          <ac:spMkLst>
            <pc:docMk/>
            <pc:sldMk cId="3452173961" sldId="264"/>
            <ac:spMk id="40" creationId="{04AEF049-D576-658A-F0BE-F8BE2CAF850D}"/>
          </ac:spMkLst>
        </pc:spChg>
        <pc:spChg chg="del">
          <ac:chgData name="Guest User" userId="S::urn:spo:tenantanon#cfbd88b4-94bc-4fba-98bd-64d0726394a3::" providerId="AD" clId="Web-{699E5A3E-3E00-B59A-28B5-F46960B00DFE}" dt="2026-06-17T03:38:38.858" v="116"/>
          <ac:spMkLst>
            <pc:docMk/>
            <pc:sldMk cId="3452173961" sldId="264"/>
            <ac:spMk id="68" creationId="{658DE28E-6272-1CF2-E9E6-EF559832AE4B}"/>
          </ac:spMkLst>
        </pc:spChg>
        <pc:spChg chg="del">
          <ac:chgData name="Guest User" userId="S::urn:spo:tenantanon#cfbd88b4-94bc-4fba-98bd-64d0726394a3::" providerId="AD" clId="Web-{699E5A3E-3E00-B59A-28B5-F46960B00DFE}" dt="2026-06-17T03:38:35.921" v="109"/>
          <ac:spMkLst>
            <pc:docMk/>
            <pc:sldMk cId="3452173961" sldId="264"/>
            <ac:spMk id="69" creationId="{A10E31DE-10CD-8B52-DFFA-4145D55B13DF}"/>
          </ac:spMkLst>
        </pc:spChg>
        <pc:spChg chg="del">
          <ac:chgData name="Guest User" userId="S::urn:spo:tenantanon#cfbd88b4-94bc-4fba-98bd-64d0726394a3::" providerId="AD" clId="Web-{699E5A3E-3E00-B59A-28B5-F46960B00DFE}" dt="2026-06-17T03:38:35.921" v="108"/>
          <ac:spMkLst>
            <pc:docMk/>
            <pc:sldMk cId="3452173961" sldId="264"/>
            <ac:spMk id="70" creationId="{50B12181-0BA8-897D-3F4E-FD26DD414D03}"/>
          </ac:spMkLst>
        </pc:spChg>
        <pc:spChg chg="del">
          <ac:chgData name="Guest User" userId="S::urn:spo:tenantanon#cfbd88b4-94bc-4fba-98bd-64d0726394a3::" providerId="AD" clId="Web-{699E5A3E-3E00-B59A-28B5-F46960B00DFE}" dt="2026-06-17T03:38:37.561" v="114"/>
          <ac:spMkLst>
            <pc:docMk/>
            <pc:sldMk cId="3452173961" sldId="264"/>
            <ac:spMk id="74" creationId="{8D7588C0-9158-2A61-745D-84F06F435FBD}"/>
          </ac:spMkLst>
        </pc:spChg>
        <pc:spChg chg="del">
          <ac:chgData name="Guest User" userId="S::urn:spo:tenantanon#cfbd88b4-94bc-4fba-98bd-64d0726394a3::" providerId="AD" clId="Web-{699E5A3E-3E00-B59A-28B5-F46960B00DFE}" dt="2026-06-17T03:38:35.921" v="107"/>
          <ac:spMkLst>
            <pc:docMk/>
            <pc:sldMk cId="3452173961" sldId="264"/>
            <ac:spMk id="76" creationId="{7B3CBADE-2DC5-9FF8-F99A-4CA947FAA2FA}"/>
          </ac:spMkLst>
        </pc:spChg>
        <pc:grpChg chg="del">
          <ac:chgData name="Guest User" userId="S::urn:spo:tenantanon#cfbd88b4-94bc-4fba-98bd-64d0726394a3::" providerId="AD" clId="Web-{699E5A3E-3E00-B59A-28B5-F46960B00DFE}" dt="2026-06-17T03:38:35.921" v="113"/>
          <ac:grpSpMkLst>
            <pc:docMk/>
            <pc:sldMk cId="3452173961" sldId="264"/>
            <ac:grpSpMk id="7" creationId="{005080A6-3BD6-02C6-1C87-8DDD94228B70}"/>
          </ac:grpSpMkLst>
        </pc:grpChg>
        <pc:grpChg chg="del">
          <ac:chgData name="Guest User" userId="S::urn:spo:tenantanon#cfbd88b4-94bc-4fba-98bd-64d0726394a3::" providerId="AD" clId="Web-{699E5A3E-3E00-B59A-28B5-F46960B00DFE}" dt="2026-06-17T03:38:40.186" v="123"/>
          <ac:grpSpMkLst>
            <pc:docMk/>
            <pc:sldMk cId="3452173961" sldId="264"/>
            <ac:grpSpMk id="10" creationId="{57438BD4-48F7-009A-E7D6-5F8B343FB997}"/>
          </ac:grpSpMkLst>
        </pc:grpChg>
        <pc:grpChg chg="del">
          <ac:chgData name="Guest User" userId="S::urn:spo:tenantanon#cfbd88b4-94bc-4fba-98bd-64d0726394a3::" providerId="AD" clId="Web-{699E5A3E-3E00-B59A-28B5-F46960B00DFE}" dt="2026-06-17T03:38:35.921" v="111"/>
          <ac:grpSpMkLst>
            <pc:docMk/>
            <pc:sldMk cId="3452173961" sldId="264"/>
            <ac:grpSpMk id="22" creationId="{D31DECAD-6A89-A7F5-1956-FCBDEEBEF4A6}"/>
          </ac:grpSpMkLst>
        </pc:grpChg>
        <pc:grpChg chg="del">
          <ac:chgData name="Guest User" userId="S::urn:spo:tenantanon#cfbd88b4-94bc-4fba-98bd-64d0726394a3::" providerId="AD" clId="Web-{699E5A3E-3E00-B59A-28B5-F46960B00DFE}" dt="2026-06-17T03:38:40.186" v="120"/>
          <ac:grpSpMkLst>
            <pc:docMk/>
            <pc:sldMk cId="3452173961" sldId="264"/>
            <ac:grpSpMk id="25" creationId="{74A19BB5-F13A-DA9C-054E-04289CEFDE02}"/>
          </ac:grpSpMkLst>
        </pc:grpChg>
        <pc:grpChg chg="del">
          <ac:chgData name="Guest User" userId="S::urn:spo:tenantanon#cfbd88b4-94bc-4fba-98bd-64d0726394a3::" providerId="AD" clId="Web-{699E5A3E-3E00-B59A-28B5-F46960B00DFE}" dt="2026-06-17T03:38:35.921" v="110"/>
          <ac:grpSpMkLst>
            <pc:docMk/>
            <pc:sldMk cId="3452173961" sldId="264"/>
            <ac:grpSpMk id="28" creationId="{C3506B8F-0472-3A0D-E5E3-C3B0F8DDA514}"/>
          </ac:grpSpMkLst>
        </pc:grpChg>
        <pc:grpChg chg="del">
          <ac:chgData name="Guest User" userId="S::urn:spo:tenantanon#cfbd88b4-94bc-4fba-98bd-64d0726394a3::" providerId="AD" clId="Web-{699E5A3E-3E00-B59A-28B5-F46960B00DFE}" dt="2026-06-17T03:38:38.858" v="117"/>
          <ac:grpSpMkLst>
            <pc:docMk/>
            <pc:sldMk cId="3452173961" sldId="264"/>
            <ac:grpSpMk id="31" creationId="{6C6D6539-F35A-C07C-F1F7-64EBFB9ED089}"/>
          </ac:grpSpMkLst>
        </pc:grpChg>
        <pc:grpChg chg="del">
          <ac:chgData name="Guest User" userId="S::urn:spo:tenantanon#cfbd88b4-94bc-4fba-98bd-64d0726394a3::" providerId="AD" clId="Web-{699E5A3E-3E00-B59A-28B5-F46960B00DFE}" dt="2026-06-17T03:38:37.561" v="115"/>
          <ac:grpSpMkLst>
            <pc:docMk/>
            <pc:sldMk cId="3452173961" sldId="264"/>
            <ac:grpSpMk id="71" creationId="{FE3CCB97-614F-A297-1636-644546B96206}"/>
          </ac:grpSpMkLst>
        </pc:grpChg>
      </pc:sldChg>
      <pc:sldChg chg="modSp add replId">
        <pc:chgData name="Guest User" userId="S::urn:spo:tenantanon#cfbd88b4-94bc-4fba-98bd-64d0726394a3::" providerId="AD" clId="Web-{699E5A3E-3E00-B59A-28B5-F46960B00DFE}" dt="2026-06-17T04:05:00.932" v="141" actId="20577"/>
        <pc:sldMkLst>
          <pc:docMk/>
          <pc:sldMk cId="4180855216" sldId="265"/>
        </pc:sldMkLst>
        <pc:spChg chg="mod">
          <ac:chgData name="Guest User" userId="S::urn:spo:tenantanon#cfbd88b4-94bc-4fba-98bd-64d0726394a3::" providerId="AD" clId="Web-{699E5A3E-3E00-B59A-28B5-F46960B00DFE}" dt="2026-06-17T04:05:00.932" v="141" actId="20577"/>
          <ac:spMkLst>
            <pc:docMk/>
            <pc:sldMk cId="4180855216" sldId="265"/>
            <ac:spMk id="40" creationId="{67D1927F-BD80-A03C-53CF-119BB393686F}"/>
          </ac:spMkLst>
        </pc:spChg>
      </pc:sldChg>
      <pc:sldChg chg="modSp add replId">
        <pc:chgData name="Guest User" userId="S::urn:spo:tenantanon#cfbd88b4-94bc-4fba-98bd-64d0726394a3::" providerId="AD" clId="Web-{699E5A3E-3E00-B59A-28B5-F46960B00DFE}" dt="2026-06-17T04:05:34.480" v="148" actId="20577"/>
        <pc:sldMkLst>
          <pc:docMk/>
          <pc:sldMk cId="1003404815" sldId="266"/>
        </pc:sldMkLst>
        <pc:spChg chg="mod">
          <ac:chgData name="Guest User" userId="S::urn:spo:tenantanon#cfbd88b4-94bc-4fba-98bd-64d0726394a3::" providerId="AD" clId="Web-{699E5A3E-3E00-B59A-28B5-F46960B00DFE}" dt="2026-06-17T04:05:34.480" v="148" actId="20577"/>
          <ac:spMkLst>
            <pc:docMk/>
            <pc:sldMk cId="1003404815" sldId="266"/>
            <ac:spMk id="40" creationId="{A26E8D3C-D022-677A-EA95-1B24C9B15024}"/>
          </ac:spMkLst>
        </pc:spChg>
      </pc:sldChg>
      <pc:sldChg chg="modSp add replId">
        <pc:chgData name="Guest User" userId="S::urn:spo:tenantanon#cfbd88b4-94bc-4fba-98bd-64d0726394a3::" providerId="AD" clId="Web-{699E5A3E-3E00-B59A-28B5-F46960B00DFE}" dt="2026-06-17T04:05:50.028" v="151" actId="20577"/>
        <pc:sldMkLst>
          <pc:docMk/>
          <pc:sldMk cId="526692505" sldId="267"/>
        </pc:sldMkLst>
        <pc:spChg chg="mod">
          <ac:chgData name="Guest User" userId="S::urn:spo:tenantanon#cfbd88b4-94bc-4fba-98bd-64d0726394a3::" providerId="AD" clId="Web-{699E5A3E-3E00-B59A-28B5-F46960B00DFE}" dt="2026-06-17T04:05:50.028" v="151" actId="20577"/>
          <ac:spMkLst>
            <pc:docMk/>
            <pc:sldMk cId="526692505" sldId="267"/>
            <ac:spMk id="40" creationId="{29C8E407-F391-350A-BED8-8FE995BD139C}"/>
          </ac:spMkLst>
        </pc:spChg>
      </pc:sldChg>
      <pc:sldChg chg="modSp add replId">
        <pc:chgData name="Guest User" userId="S::urn:spo:tenantanon#cfbd88b4-94bc-4fba-98bd-64d0726394a3::" providerId="AD" clId="Web-{699E5A3E-3E00-B59A-28B5-F46960B00DFE}" dt="2026-06-17T04:06:11.278" v="154" actId="20577"/>
        <pc:sldMkLst>
          <pc:docMk/>
          <pc:sldMk cId="3090402972" sldId="268"/>
        </pc:sldMkLst>
        <pc:spChg chg="mod">
          <ac:chgData name="Guest User" userId="S::urn:spo:tenantanon#cfbd88b4-94bc-4fba-98bd-64d0726394a3::" providerId="AD" clId="Web-{699E5A3E-3E00-B59A-28B5-F46960B00DFE}" dt="2026-06-17T04:06:11.278" v="154" actId="20577"/>
          <ac:spMkLst>
            <pc:docMk/>
            <pc:sldMk cId="3090402972" sldId="268"/>
            <ac:spMk id="40" creationId="{286EEF77-713E-4132-6012-49FEEBC26D2F}"/>
          </ac:spMkLst>
        </pc:spChg>
      </pc:sldChg>
    </pc:docChg>
  </pc:docChgLst>
  <pc:docChgLst>
    <pc:chgData name="LUIS KENY LUCERO BALVIN" userId="S::luis.lucero@upeu.edu.pe::34543390-71ea-4d26-8ce3-8a568c33aef2" providerId="AD" clId="Web-{1E18F38C-3971-B15C-FCF0-196B359671E1}"/>
    <pc:docChg chg="modSld">
      <pc:chgData name="LUIS KENY LUCERO BALVIN" userId="S::luis.lucero@upeu.edu.pe::34543390-71ea-4d26-8ce3-8a568c33aef2" providerId="AD" clId="Web-{1E18F38C-3971-B15C-FCF0-196B359671E1}" dt="2026-06-17T16:13:33.412" v="71" actId="14100"/>
      <pc:docMkLst>
        <pc:docMk/>
      </pc:docMkLst>
      <pc:sldChg chg="addSp delSp modSp">
        <pc:chgData name="LUIS KENY LUCERO BALVIN" userId="S::luis.lucero@upeu.edu.pe::34543390-71ea-4d26-8ce3-8a568c33aef2" providerId="AD" clId="Web-{1E18F38C-3971-B15C-FCF0-196B359671E1}" dt="2026-06-17T16:13:33.412" v="71" actId="14100"/>
        <pc:sldMkLst>
          <pc:docMk/>
          <pc:sldMk cId="0" sldId="257"/>
        </pc:sldMkLst>
        <pc:grpChg chg="del">
          <ac:chgData name="LUIS KENY LUCERO BALVIN" userId="S::luis.lucero@upeu.edu.pe::34543390-71ea-4d26-8ce3-8a568c33aef2" providerId="AD" clId="Web-{1E18F38C-3971-B15C-FCF0-196B359671E1}" dt="2026-06-17T16:06:12.740" v="54"/>
          <ac:grpSpMkLst>
            <pc:docMk/>
            <pc:sldMk cId="0" sldId="257"/>
            <ac:grpSpMk id="17" creationId="{00000000-0000-0000-0000-000000000000}"/>
          </ac:grpSpMkLst>
        </pc:grpChg>
        <pc:grpChg chg="del">
          <ac:chgData name="LUIS KENY LUCERO BALVIN" userId="S::luis.lucero@upeu.edu.pe::34543390-71ea-4d26-8ce3-8a568c33aef2" providerId="AD" clId="Web-{1E18F38C-3971-B15C-FCF0-196B359671E1}" dt="2026-06-17T16:06:22.709" v="59"/>
          <ac:grpSpMkLst>
            <pc:docMk/>
            <pc:sldMk cId="0" sldId="257"/>
            <ac:grpSpMk id="21" creationId="{00000000-0000-0000-0000-000000000000}"/>
          </ac:grpSpMkLst>
        </pc:grpChg>
        <pc:grpChg chg="del">
          <ac:chgData name="LUIS KENY LUCERO BALVIN" userId="S::luis.lucero@upeu.edu.pe::34543390-71ea-4d26-8ce3-8a568c33aef2" providerId="AD" clId="Web-{1E18F38C-3971-B15C-FCF0-196B359671E1}" dt="2026-06-17T16:06:32.490" v="64"/>
          <ac:grpSpMkLst>
            <pc:docMk/>
            <pc:sldMk cId="0" sldId="257"/>
            <ac:grpSpMk id="25" creationId="{00000000-0000-0000-0000-000000000000}"/>
          </ac:grpSpMkLst>
        </pc:grpChg>
        <pc:picChg chg="add del mod modCrop">
          <ac:chgData name="LUIS KENY LUCERO BALVIN" userId="S::luis.lucero@upeu.edu.pe::34543390-71ea-4d26-8ce3-8a568c33aef2" providerId="AD" clId="Web-{1E18F38C-3971-B15C-FCF0-196B359671E1}" dt="2026-06-17T16:06:02.506" v="49"/>
          <ac:picMkLst>
            <pc:docMk/>
            <pc:sldMk cId="0" sldId="257"/>
            <ac:picMk id="15" creationId="{EE0C80F5-FD2C-262D-5932-7C1C4255F5FC}"/>
          </ac:picMkLst>
        </pc:picChg>
        <pc:picChg chg="add del mod">
          <ac:chgData name="LUIS KENY LUCERO BALVIN" userId="S::luis.lucero@upeu.edu.pe::34543390-71ea-4d26-8ce3-8a568c33aef2" providerId="AD" clId="Web-{1E18F38C-3971-B15C-FCF0-196B359671E1}" dt="2026-06-17T16:06:04.100" v="50"/>
          <ac:picMkLst>
            <pc:docMk/>
            <pc:sldMk cId="0" sldId="257"/>
            <ac:picMk id="19" creationId="{17C8BF41-8A7D-8E64-DFF5-53377C41A96D}"/>
          </ac:picMkLst>
        </pc:picChg>
        <pc:picChg chg="add mod">
          <ac:chgData name="LUIS KENY LUCERO BALVIN" userId="S::luis.lucero@upeu.edu.pe::34543390-71ea-4d26-8ce3-8a568c33aef2" providerId="AD" clId="Web-{1E18F38C-3971-B15C-FCF0-196B359671E1}" dt="2026-06-17T16:06:30.053" v="62" actId="14100"/>
          <ac:picMkLst>
            <pc:docMk/>
            <pc:sldMk cId="0" sldId="257"/>
            <ac:picMk id="23" creationId="{6A630A7A-582B-62E3-0235-97F0D757D64E}"/>
          </ac:picMkLst>
        </pc:picChg>
        <pc:picChg chg="add mod">
          <ac:chgData name="LUIS KENY LUCERO BALVIN" userId="S::luis.lucero@upeu.edu.pe::34543390-71ea-4d26-8ce3-8a568c33aef2" providerId="AD" clId="Web-{1E18F38C-3971-B15C-FCF0-196B359671E1}" dt="2026-06-17T16:06:40.162" v="66" actId="14100"/>
          <ac:picMkLst>
            <pc:docMk/>
            <pc:sldMk cId="0" sldId="257"/>
            <ac:picMk id="31" creationId="{4CA04573-BCCA-D52C-1FCE-BA576310AEC1}"/>
          </ac:picMkLst>
        </pc:picChg>
        <pc:picChg chg="add mod">
          <ac:chgData name="LUIS KENY LUCERO BALVIN" userId="S::luis.lucero@upeu.edu.pe::34543390-71ea-4d26-8ce3-8a568c33aef2" providerId="AD" clId="Web-{1E18F38C-3971-B15C-FCF0-196B359671E1}" dt="2026-06-17T16:13:33.412" v="71" actId="14100"/>
          <ac:picMkLst>
            <pc:docMk/>
            <pc:sldMk cId="0" sldId="257"/>
            <ac:picMk id="32" creationId="{C0A186EF-8546-BF24-FCC4-1BE77A043CD1}"/>
          </ac:picMkLst>
        </pc:picChg>
      </pc:sldChg>
      <pc:sldChg chg="modSp">
        <pc:chgData name="LUIS KENY LUCERO BALVIN" userId="S::luis.lucero@upeu.edu.pe::34543390-71ea-4d26-8ce3-8a568c33aef2" providerId="AD" clId="Web-{1E18F38C-3971-B15C-FCF0-196B359671E1}" dt="2026-06-17T15:43:31.973" v="13" actId="20577"/>
        <pc:sldMkLst>
          <pc:docMk/>
          <pc:sldMk cId="0" sldId="260"/>
        </pc:sldMkLst>
        <pc:spChg chg="mod">
          <ac:chgData name="LUIS KENY LUCERO BALVIN" userId="S::luis.lucero@upeu.edu.pe::34543390-71ea-4d26-8ce3-8a568c33aef2" providerId="AD" clId="Web-{1E18F38C-3971-B15C-FCF0-196B359671E1}" dt="2026-06-17T15:43:31.973" v="13" actId="20577"/>
          <ac:spMkLst>
            <pc:docMk/>
            <pc:sldMk cId="0" sldId="260"/>
            <ac:spMk id="12" creationId="{00000000-0000-0000-0000-000000000000}"/>
          </ac:spMkLst>
        </pc:spChg>
      </pc:sldChg>
      <pc:sldChg chg="addSp delSp modSp">
        <pc:chgData name="LUIS KENY LUCERO BALVIN" userId="S::luis.lucero@upeu.edu.pe::34543390-71ea-4d26-8ce3-8a568c33aef2" providerId="AD" clId="Web-{1E18F38C-3971-B15C-FCF0-196B359671E1}" dt="2026-06-17T15:48:49.989" v="26" actId="1076"/>
        <pc:sldMkLst>
          <pc:docMk/>
          <pc:sldMk cId="3452173961" sldId="264"/>
        </pc:sldMkLst>
        <pc:spChg chg="add del mod">
          <ac:chgData name="LUIS KENY LUCERO BALVIN" userId="S::luis.lucero@upeu.edu.pe::34543390-71ea-4d26-8ce3-8a568c33aef2" providerId="AD" clId="Web-{1E18F38C-3971-B15C-FCF0-196B359671E1}" dt="2026-06-17T15:40:32.597" v="3"/>
          <ac:spMkLst>
            <pc:docMk/>
            <pc:sldMk cId="3452173961" sldId="264"/>
            <ac:spMk id="7" creationId="{4F6BD652-A007-F782-B7BC-7B660F9900C6}"/>
          </ac:spMkLst>
        </pc:spChg>
        <pc:picChg chg="add del mod">
          <ac:chgData name="LUIS KENY LUCERO BALVIN" userId="S::luis.lucero@upeu.edu.pe::34543390-71ea-4d26-8ce3-8a568c33aef2" providerId="AD" clId="Web-{1E18F38C-3971-B15C-FCF0-196B359671E1}" dt="2026-06-17T15:40:47.894" v="6"/>
          <ac:picMkLst>
            <pc:docMk/>
            <pc:sldMk cId="3452173961" sldId="264"/>
            <ac:picMk id="8" creationId="{088C12AE-C8DF-42D8-A80E-58F213293F5D}"/>
          </ac:picMkLst>
        </pc:picChg>
        <pc:picChg chg="add del mod">
          <ac:chgData name="LUIS KENY LUCERO BALVIN" userId="S::luis.lucero@upeu.edu.pe::34543390-71ea-4d26-8ce3-8a568c33aef2" providerId="AD" clId="Web-{1E18F38C-3971-B15C-FCF0-196B359671E1}" dt="2026-06-17T15:48:28.723" v="22"/>
          <ac:picMkLst>
            <pc:docMk/>
            <pc:sldMk cId="3452173961" sldId="264"/>
            <ac:picMk id="9" creationId="{074D6124-630F-C940-92E3-516EAEFF3D91}"/>
          </ac:picMkLst>
        </pc:picChg>
        <pc:picChg chg="add mod">
          <ac:chgData name="LUIS KENY LUCERO BALVIN" userId="S::luis.lucero@upeu.edu.pe::34543390-71ea-4d26-8ce3-8a568c33aef2" providerId="AD" clId="Web-{1E18F38C-3971-B15C-FCF0-196B359671E1}" dt="2026-06-17T15:48:49.989" v="26" actId="1076"/>
          <ac:picMkLst>
            <pc:docMk/>
            <pc:sldMk cId="3452173961" sldId="264"/>
            <ac:picMk id="10" creationId="{F84C30FF-6D1F-6878-B5FC-D63851B2756F}"/>
          </ac:picMkLst>
        </pc:picChg>
      </pc:sldChg>
      <pc:sldChg chg="addSp modSp">
        <pc:chgData name="LUIS KENY LUCERO BALVIN" userId="S::luis.lucero@upeu.edu.pe::34543390-71ea-4d26-8ce3-8a568c33aef2" providerId="AD" clId="Web-{1E18F38C-3971-B15C-FCF0-196B359671E1}" dt="2026-06-17T15:48:22.504" v="21" actId="1076"/>
        <pc:sldMkLst>
          <pc:docMk/>
          <pc:sldMk cId="4180855216" sldId="265"/>
        </pc:sldMkLst>
        <pc:spChg chg="mod">
          <ac:chgData name="LUIS KENY LUCERO BALVIN" userId="S::luis.lucero@upeu.edu.pe::34543390-71ea-4d26-8ce3-8a568c33aef2" providerId="AD" clId="Web-{1E18F38C-3971-B15C-FCF0-196B359671E1}" dt="2026-06-17T15:43:41.207" v="15" actId="20577"/>
          <ac:spMkLst>
            <pc:docMk/>
            <pc:sldMk cId="4180855216" sldId="265"/>
            <ac:spMk id="40" creationId="{67D1927F-BD80-A03C-53CF-119BB393686F}"/>
          </ac:spMkLst>
        </pc:spChg>
        <pc:picChg chg="add mod">
          <ac:chgData name="LUIS KENY LUCERO BALVIN" userId="S::luis.lucero@upeu.edu.pe::34543390-71ea-4d26-8ce3-8a568c33aef2" providerId="AD" clId="Web-{1E18F38C-3971-B15C-FCF0-196B359671E1}" dt="2026-06-17T15:44:02.848" v="18" actId="1076"/>
          <ac:picMkLst>
            <pc:docMk/>
            <pc:sldMk cId="4180855216" sldId="265"/>
            <ac:picMk id="7" creationId="{2ADA30F1-25EB-9A05-1BA7-0AC2D8C7A09A}"/>
          </ac:picMkLst>
        </pc:picChg>
        <pc:picChg chg="add mod">
          <ac:chgData name="LUIS KENY LUCERO BALVIN" userId="S::luis.lucero@upeu.edu.pe::34543390-71ea-4d26-8ce3-8a568c33aef2" providerId="AD" clId="Web-{1E18F38C-3971-B15C-FCF0-196B359671E1}" dt="2026-06-17T15:48:22.504" v="21" actId="1076"/>
          <ac:picMkLst>
            <pc:docMk/>
            <pc:sldMk cId="4180855216" sldId="265"/>
            <ac:picMk id="8" creationId="{746BE316-6528-C6CC-F52B-0E4F5FDA3B09}"/>
          </ac:picMkLst>
        </pc:picChg>
      </pc:sldChg>
      <pc:sldChg chg="addSp modSp">
        <pc:chgData name="LUIS KENY LUCERO BALVIN" userId="S::luis.lucero@upeu.edu.pe::34543390-71ea-4d26-8ce3-8a568c33aef2" providerId="AD" clId="Web-{1E18F38C-3971-B15C-FCF0-196B359671E1}" dt="2026-06-17T15:49:16.364" v="32" actId="1076"/>
        <pc:sldMkLst>
          <pc:docMk/>
          <pc:sldMk cId="1003404815" sldId="266"/>
        </pc:sldMkLst>
        <pc:picChg chg="add mod">
          <ac:chgData name="LUIS KENY LUCERO BALVIN" userId="S::luis.lucero@upeu.edu.pe::34543390-71ea-4d26-8ce3-8a568c33aef2" providerId="AD" clId="Web-{1E18F38C-3971-B15C-FCF0-196B359671E1}" dt="2026-06-17T15:49:16.364" v="32" actId="1076"/>
          <ac:picMkLst>
            <pc:docMk/>
            <pc:sldMk cId="1003404815" sldId="266"/>
            <ac:picMk id="7" creationId="{F7E3B277-9E5A-0220-0E7E-94146B78658D}"/>
          </ac:picMkLst>
        </pc:picChg>
      </pc:sldChg>
      <pc:sldChg chg="addSp modSp">
        <pc:chgData name="LUIS KENY LUCERO BALVIN" userId="S::luis.lucero@upeu.edu.pe::34543390-71ea-4d26-8ce3-8a568c33aef2" providerId="AD" clId="Web-{1E18F38C-3971-B15C-FCF0-196B359671E1}" dt="2026-06-17T15:49:38.910" v="36" actId="14100"/>
        <pc:sldMkLst>
          <pc:docMk/>
          <pc:sldMk cId="526692505" sldId="267"/>
        </pc:sldMkLst>
        <pc:picChg chg="add mod">
          <ac:chgData name="LUIS KENY LUCERO BALVIN" userId="S::luis.lucero@upeu.edu.pe::34543390-71ea-4d26-8ce3-8a568c33aef2" providerId="AD" clId="Web-{1E18F38C-3971-B15C-FCF0-196B359671E1}" dt="2026-06-17T15:49:38.910" v="36" actId="14100"/>
          <ac:picMkLst>
            <pc:docMk/>
            <pc:sldMk cId="526692505" sldId="267"/>
            <ac:picMk id="7" creationId="{9DCFEF54-94A4-94D6-2053-0C63EEC51FD5}"/>
          </ac:picMkLst>
        </pc:picChg>
      </pc:sldChg>
      <pc:sldChg chg="addSp modSp">
        <pc:chgData name="LUIS KENY LUCERO BALVIN" userId="S::luis.lucero@upeu.edu.pe::34543390-71ea-4d26-8ce3-8a568c33aef2" providerId="AD" clId="Web-{1E18F38C-3971-B15C-FCF0-196B359671E1}" dt="2026-06-17T15:50:00.051" v="40" actId="1076"/>
        <pc:sldMkLst>
          <pc:docMk/>
          <pc:sldMk cId="3090402972" sldId="268"/>
        </pc:sldMkLst>
        <pc:picChg chg="add mod">
          <ac:chgData name="LUIS KENY LUCERO BALVIN" userId="S::luis.lucero@upeu.edu.pe::34543390-71ea-4d26-8ce3-8a568c33aef2" providerId="AD" clId="Web-{1E18F38C-3971-B15C-FCF0-196B359671E1}" dt="2026-06-17T15:50:00.051" v="40" actId="1076"/>
          <ac:picMkLst>
            <pc:docMk/>
            <pc:sldMk cId="3090402972" sldId="268"/>
            <ac:picMk id="7" creationId="{11ADFFF6-1568-F43D-CB71-071D629AEBC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389310" y="-83973"/>
            <a:ext cx="12197791" cy="12185950"/>
            <a:chOff x="0" y="0"/>
            <a:chExt cx="890190" cy="889326"/>
          </a:xfrm>
        </p:grpSpPr>
        <p:sp>
          <p:nvSpPr>
            <p:cNvPr id="3" name="Freeform 3"/>
            <p:cNvSpPr/>
            <p:nvPr/>
          </p:nvSpPr>
          <p:spPr>
            <a:xfrm flipH="1">
              <a:off x="26308" y="26272"/>
              <a:ext cx="837574" cy="836782"/>
            </a:xfrm>
            <a:custGeom>
              <a:avLst/>
              <a:gdLst/>
              <a:ahLst/>
              <a:cxnLst/>
              <a:rect l="l" t="t" r="r" b="b"/>
              <a:pathLst>
                <a:path w="837574" h="836782">
                  <a:moveTo>
                    <a:pt x="373885" y="18586"/>
                  </a:moveTo>
                  <a:lnTo>
                    <a:pt x="18594" y="373533"/>
                  </a:lnTo>
                  <a:cubicBezTo>
                    <a:pt x="6689" y="385426"/>
                    <a:pt x="0" y="401564"/>
                    <a:pt x="0" y="418391"/>
                  </a:cubicBezTo>
                  <a:cubicBezTo>
                    <a:pt x="0" y="435219"/>
                    <a:pt x="6689" y="451356"/>
                    <a:pt x="18594" y="463249"/>
                  </a:cubicBezTo>
                  <a:lnTo>
                    <a:pt x="373885" y="818196"/>
                  </a:lnTo>
                  <a:cubicBezTo>
                    <a:pt x="398691" y="842978"/>
                    <a:pt x="438883" y="842978"/>
                    <a:pt x="463689" y="818196"/>
                  </a:cubicBezTo>
                  <a:lnTo>
                    <a:pt x="818981" y="463249"/>
                  </a:lnTo>
                  <a:cubicBezTo>
                    <a:pt x="830885" y="451356"/>
                    <a:pt x="837574" y="435219"/>
                    <a:pt x="837574" y="418391"/>
                  </a:cubicBezTo>
                  <a:cubicBezTo>
                    <a:pt x="837574" y="401564"/>
                    <a:pt x="830885" y="385426"/>
                    <a:pt x="818981" y="373533"/>
                  </a:cubicBezTo>
                  <a:lnTo>
                    <a:pt x="463689" y="18586"/>
                  </a:lnTo>
                  <a:cubicBezTo>
                    <a:pt x="438883" y="-6195"/>
                    <a:pt x="398691" y="-6195"/>
                    <a:pt x="373885" y="18586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</p:grpSp>
      <p:grpSp>
        <p:nvGrpSpPr>
          <p:cNvPr id="4" name="Group 4"/>
          <p:cNvGrpSpPr/>
          <p:nvPr/>
        </p:nvGrpSpPr>
        <p:grpSpPr>
          <a:xfrm rot="-10800000">
            <a:off x="2854028" y="7144544"/>
            <a:ext cx="19970002" cy="9914866"/>
            <a:chOff x="0" y="0"/>
            <a:chExt cx="1557574" cy="773317"/>
          </a:xfrm>
        </p:grpSpPr>
        <p:sp>
          <p:nvSpPr>
            <p:cNvPr id="5" name="Freeform 5"/>
            <p:cNvSpPr/>
            <p:nvPr/>
          </p:nvSpPr>
          <p:spPr>
            <a:xfrm>
              <a:off x="18687" y="0"/>
              <a:ext cx="1520200" cy="760215"/>
            </a:xfrm>
            <a:custGeom>
              <a:avLst/>
              <a:gdLst/>
              <a:ahLst/>
              <a:cxnLst/>
              <a:rect l="l" t="t" r="r" b="b"/>
              <a:pathLst>
                <a:path w="1520200" h="760215">
                  <a:moveTo>
                    <a:pt x="782658" y="750917"/>
                  </a:moveTo>
                  <a:lnTo>
                    <a:pt x="1516329" y="22399"/>
                  </a:lnTo>
                  <a:cubicBezTo>
                    <a:pt x="1520095" y="18659"/>
                    <a:pt x="1521233" y="13017"/>
                    <a:pt x="1519211" y="8109"/>
                  </a:cubicBezTo>
                  <a:cubicBezTo>
                    <a:pt x="1517188" y="3202"/>
                    <a:pt x="1512405" y="0"/>
                    <a:pt x="1507097" y="0"/>
                  </a:cubicBezTo>
                  <a:lnTo>
                    <a:pt x="13103" y="0"/>
                  </a:lnTo>
                  <a:cubicBezTo>
                    <a:pt x="7795" y="0"/>
                    <a:pt x="3012" y="3202"/>
                    <a:pt x="989" y="8109"/>
                  </a:cubicBezTo>
                  <a:cubicBezTo>
                    <a:pt x="-1034" y="13017"/>
                    <a:pt x="104" y="18659"/>
                    <a:pt x="3871" y="22399"/>
                  </a:cubicBezTo>
                  <a:lnTo>
                    <a:pt x="737542" y="750917"/>
                  </a:lnTo>
                  <a:cubicBezTo>
                    <a:pt x="750026" y="763314"/>
                    <a:pt x="770174" y="763314"/>
                    <a:pt x="782658" y="750917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243371" y="17137"/>
              <a:ext cx="1070832" cy="39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527134" y="-6493362"/>
            <a:ext cx="18788758" cy="9328392"/>
            <a:chOff x="0" y="0"/>
            <a:chExt cx="1557574" cy="773317"/>
          </a:xfrm>
        </p:grpSpPr>
        <p:sp>
          <p:nvSpPr>
            <p:cNvPr id="8" name="Freeform 8"/>
            <p:cNvSpPr/>
            <p:nvPr/>
          </p:nvSpPr>
          <p:spPr>
            <a:xfrm>
              <a:off x="19862" y="0"/>
              <a:ext cx="1517850" cy="759391"/>
            </a:xfrm>
            <a:custGeom>
              <a:avLst/>
              <a:gdLst/>
              <a:ahLst/>
              <a:cxnLst/>
              <a:rect l="l" t="t" r="r" b="b"/>
              <a:pathLst>
                <a:path w="1517850" h="759391">
                  <a:moveTo>
                    <a:pt x="782901" y="749509"/>
                  </a:moveTo>
                  <a:lnTo>
                    <a:pt x="1513736" y="23807"/>
                  </a:lnTo>
                  <a:cubicBezTo>
                    <a:pt x="1517739" y="19832"/>
                    <a:pt x="1518948" y="13835"/>
                    <a:pt x="1516799" y="8619"/>
                  </a:cubicBezTo>
                  <a:cubicBezTo>
                    <a:pt x="1514649" y="3404"/>
                    <a:pt x="1509565" y="0"/>
                    <a:pt x="1503924" y="0"/>
                  </a:cubicBezTo>
                  <a:lnTo>
                    <a:pt x="13926" y="0"/>
                  </a:lnTo>
                  <a:cubicBezTo>
                    <a:pt x="8285" y="0"/>
                    <a:pt x="3201" y="3404"/>
                    <a:pt x="1051" y="8619"/>
                  </a:cubicBezTo>
                  <a:cubicBezTo>
                    <a:pt x="-1099" y="13835"/>
                    <a:pt x="111" y="19832"/>
                    <a:pt x="4114" y="23807"/>
                  </a:cubicBezTo>
                  <a:lnTo>
                    <a:pt x="734949" y="749509"/>
                  </a:lnTo>
                  <a:cubicBezTo>
                    <a:pt x="748218" y="762685"/>
                    <a:pt x="769632" y="762685"/>
                    <a:pt x="782901" y="749509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243371" y="17137"/>
              <a:ext cx="1070832" cy="39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709864" y="6896100"/>
            <a:ext cx="9119936" cy="0"/>
          </a:xfrm>
          <a:prstGeom prst="line">
            <a:avLst/>
          </a:prstGeom>
          <a:ln w="66675" cap="rnd">
            <a:solidFill>
              <a:srgbClr val="00386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709864" y="5338748"/>
            <a:ext cx="10643935" cy="13323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496"/>
              </a:lnSpc>
            </a:pPr>
            <a:r>
              <a:rPr lang="es-ES" sz="2800" b="1">
                <a:solidFill>
                  <a:srgbClr val="003865"/>
                </a:solidFill>
                <a:latin typeface="DM Sans Bold"/>
              </a:rPr>
              <a:t>mediante técnicas de reducción de modelos para la clasificación de imágenes médicas en dispositivos de recursos limitados</a:t>
            </a:r>
            <a:endParaRPr lang="en-US" sz="2497">
              <a:solidFill>
                <a:srgbClr val="1E1E1E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90815" y="3765606"/>
            <a:ext cx="10643934" cy="15338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6075"/>
              </a:lnSpc>
            </a:pPr>
            <a:r>
              <a:rPr lang="es-ES" sz="4500" b="1">
                <a:solidFill>
                  <a:srgbClr val="003865"/>
                </a:solidFill>
                <a:latin typeface="DM Sans Bold"/>
              </a:rPr>
              <a:t>Método de Optimización en modelos CNN</a:t>
            </a:r>
            <a:endParaRPr lang="en-US" sz="4500" b="1">
              <a:solidFill>
                <a:srgbClr val="003865"/>
              </a:solidFill>
              <a:latin typeface="DM Sans Bold"/>
              <a:sym typeface="DM Sans Bold"/>
            </a:endParaRPr>
          </a:p>
        </p:txBody>
      </p:sp>
      <p:grpSp>
        <p:nvGrpSpPr>
          <p:cNvPr id="13" name="Group 13"/>
          <p:cNvGrpSpPr/>
          <p:nvPr/>
        </p:nvGrpSpPr>
        <p:grpSpPr>
          <a:xfrm rot="2700000">
            <a:off x="11480643" y="2031116"/>
            <a:ext cx="2254596" cy="2254596"/>
            <a:chOff x="0" y="0"/>
            <a:chExt cx="593803" cy="59380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93803" cy="593803"/>
            </a:xfrm>
            <a:custGeom>
              <a:avLst/>
              <a:gdLst/>
              <a:ahLst/>
              <a:cxnLst/>
              <a:rect l="l" t="t" r="r" b="b"/>
              <a:pathLst>
                <a:path w="593803" h="593803">
                  <a:moveTo>
                    <a:pt x="161390" y="0"/>
                  </a:moveTo>
                  <a:lnTo>
                    <a:pt x="432413" y="0"/>
                  </a:lnTo>
                  <a:cubicBezTo>
                    <a:pt x="475216" y="0"/>
                    <a:pt x="516266" y="17004"/>
                    <a:pt x="546533" y="47270"/>
                  </a:cubicBezTo>
                  <a:cubicBezTo>
                    <a:pt x="576800" y="77537"/>
                    <a:pt x="593803" y="118587"/>
                    <a:pt x="593803" y="161390"/>
                  </a:cubicBezTo>
                  <a:lnTo>
                    <a:pt x="593803" y="432413"/>
                  </a:lnTo>
                  <a:cubicBezTo>
                    <a:pt x="593803" y="475216"/>
                    <a:pt x="576800" y="516266"/>
                    <a:pt x="546533" y="546533"/>
                  </a:cubicBezTo>
                  <a:cubicBezTo>
                    <a:pt x="516266" y="576800"/>
                    <a:pt x="475216" y="593803"/>
                    <a:pt x="432413" y="593803"/>
                  </a:cubicBezTo>
                  <a:lnTo>
                    <a:pt x="161390" y="593803"/>
                  </a:lnTo>
                  <a:cubicBezTo>
                    <a:pt x="118587" y="593803"/>
                    <a:pt x="77537" y="576800"/>
                    <a:pt x="47270" y="546533"/>
                  </a:cubicBezTo>
                  <a:cubicBezTo>
                    <a:pt x="17004" y="516266"/>
                    <a:pt x="0" y="475216"/>
                    <a:pt x="0" y="432413"/>
                  </a:cubicBezTo>
                  <a:lnTo>
                    <a:pt x="0" y="161390"/>
                  </a:lnTo>
                  <a:cubicBezTo>
                    <a:pt x="0" y="118587"/>
                    <a:pt x="17004" y="77537"/>
                    <a:pt x="47270" y="47270"/>
                  </a:cubicBezTo>
                  <a:cubicBezTo>
                    <a:pt x="77537" y="17004"/>
                    <a:pt x="118587" y="0"/>
                    <a:pt x="161390" y="0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593803" cy="6319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37893" y="9754407"/>
            <a:ext cx="5825841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60"/>
              </a:lnSpc>
              <a:spcBef>
                <a:spcPct val="0"/>
              </a:spcBef>
            </a:pPr>
            <a:r>
              <a:rPr lang="en-US" sz="2300" u="none" strike="noStrike">
                <a:solidFill>
                  <a:srgbClr val="003865"/>
                </a:solidFill>
                <a:latin typeface="DM Sans"/>
                <a:ea typeface="DM Sans"/>
                <a:cs typeface="DM Sans"/>
                <a:sym typeface="DM Sans"/>
              </a:rPr>
              <a:t>XV Jornada Científica - EP. Ing. Sistemas</a:t>
            </a:r>
          </a:p>
        </p:txBody>
      </p:sp>
      <p:sp>
        <p:nvSpPr>
          <p:cNvPr id="17" name="AutoShape 17"/>
          <p:cNvSpPr/>
          <p:nvPr/>
        </p:nvSpPr>
        <p:spPr>
          <a:xfrm flipV="1">
            <a:off x="1495249" y="423743"/>
            <a:ext cx="0" cy="817476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8" name="Group 18"/>
          <p:cNvGrpSpPr/>
          <p:nvPr/>
        </p:nvGrpSpPr>
        <p:grpSpPr>
          <a:xfrm>
            <a:off x="501234" y="376370"/>
            <a:ext cx="635936" cy="583117"/>
            <a:chOff x="0" y="0"/>
            <a:chExt cx="1791183" cy="1642402"/>
          </a:xfrm>
        </p:grpSpPr>
        <p:sp>
          <p:nvSpPr>
            <p:cNvPr id="19" name="Freeform 19"/>
            <p:cNvSpPr/>
            <p:nvPr/>
          </p:nvSpPr>
          <p:spPr>
            <a:xfrm>
              <a:off x="286132" y="63429"/>
              <a:ext cx="1151836" cy="829127"/>
            </a:xfrm>
            <a:custGeom>
              <a:avLst/>
              <a:gdLst/>
              <a:ahLst/>
              <a:cxnLst/>
              <a:rect l="l" t="t" r="r" b="b"/>
              <a:pathLst>
                <a:path w="1151836" h="829127">
                  <a:moveTo>
                    <a:pt x="0" y="829127"/>
                  </a:moveTo>
                  <a:cubicBezTo>
                    <a:pt x="762" y="780866"/>
                    <a:pt x="17653" y="742386"/>
                    <a:pt x="52197" y="720923"/>
                  </a:cubicBezTo>
                  <a:cubicBezTo>
                    <a:pt x="83185" y="701619"/>
                    <a:pt x="95885" y="675584"/>
                    <a:pt x="107442" y="645612"/>
                  </a:cubicBezTo>
                  <a:cubicBezTo>
                    <a:pt x="172339" y="476575"/>
                    <a:pt x="237364" y="307538"/>
                    <a:pt x="302134" y="138374"/>
                  </a:cubicBezTo>
                  <a:cubicBezTo>
                    <a:pt x="315342" y="103830"/>
                    <a:pt x="328804" y="69286"/>
                    <a:pt x="340615" y="34234"/>
                  </a:cubicBezTo>
                  <a:cubicBezTo>
                    <a:pt x="348108" y="11628"/>
                    <a:pt x="357379" y="-1072"/>
                    <a:pt x="385573" y="71"/>
                  </a:cubicBezTo>
                  <a:cubicBezTo>
                    <a:pt x="449200" y="2738"/>
                    <a:pt x="512954" y="960"/>
                    <a:pt x="580138" y="960"/>
                  </a:cubicBezTo>
                  <a:cubicBezTo>
                    <a:pt x="531369" y="197937"/>
                    <a:pt x="482982" y="392628"/>
                    <a:pt x="433579" y="592145"/>
                  </a:cubicBezTo>
                  <a:cubicBezTo>
                    <a:pt x="540894" y="567634"/>
                    <a:pt x="642876" y="544520"/>
                    <a:pt x="744476" y="520136"/>
                  </a:cubicBezTo>
                  <a:cubicBezTo>
                    <a:pt x="750064" y="518866"/>
                    <a:pt x="757430" y="504134"/>
                    <a:pt x="755779" y="497530"/>
                  </a:cubicBezTo>
                  <a:cubicBezTo>
                    <a:pt x="718949" y="346146"/>
                    <a:pt x="681103" y="195016"/>
                    <a:pt x="643511" y="43759"/>
                  </a:cubicBezTo>
                  <a:cubicBezTo>
                    <a:pt x="640209" y="30551"/>
                    <a:pt x="638050" y="17216"/>
                    <a:pt x="634748" y="960"/>
                  </a:cubicBezTo>
                  <a:cubicBezTo>
                    <a:pt x="706249" y="960"/>
                    <a:pt x="776734" y="452"/>
                    <a:pt x="847219" y="1849"/>
                  </a:cubicBezTo>
                  <a:cubicBezTo>
                    <a:pt x="854077" y="1976"/>
                    <a:pt x="863856" y="13279"/>
                    <a:pt x="867031" y="21407"/>
                  </a:cubicBezTo>
                  <a:cubicBezTo>
                    <a:pt x="919101" y="154630"/>
                    <a:pt x="970410" y="287980"/>
                    <a:pt x="1022988" y="424251"/>
                  </a:cubicBezTo>
                  <a:cubicBezTo>
                    <a:pt x="1073407" y="399613"/>
                    <a:pt x="1113412" y="365069"/>
                    <a:pt x="1141098" y="313253"/>
                  </a:cubicBezTo>
                  <a:cubicBezTo>
                    <a:pt x="1161545" y="359735"/>
                    <a:pt x="1151258" y="410154"/>
                    <a:pt x="1123191" y="442793"/>
                  </a:cubicBezTo>
                  <a:cubicBezTo>
                    <a:pt x="1068200" y="506674"/>
                    <a:pt x="991746" y="531312"/>
                    <a:pt x="916053" y="552521"/>
                  </a:cubicBezTo>
                  <a:cubicBezTo>
                    <a:pt x="769876" y="593415"/>
                    <a:pt x="622048" y="628594"/>
                    <a:pt x="474473" y="664662"/>
                  </a:cubicBezTo>
                  <a:cubicBezTo>
                    <a:pt x="338329" y="697936"/>
                    <a:pt x="200152" y="724352"/>
                    <a:pt x="72136" y="784804"/>
                  </a:cubicBezTo>
                  <a:cubicBezTo>
                    <a:pt x="48641" y="795979"/>
                    <a:pt x="27559" y="811982"/>
                    <a:pt x="127" y="828999"/>
                  </a:cubicBezTo>
                </a:path>
              </a:pathLst>
            </a:custGeom>
            <a:solidFill>
              <a:srgbClr val="003865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1160529" y="921131"/>
              <a:ext cx="567311" cy="657733"/>
            </a:xfrm>
            <a:custGeom>
              <a:avLst/>
              <a:gdLst/>
              <a:ahLst/>
              <a:cxnLst/>
              <a:rect l="l" t="t" r="r" b="b"/>
              <a:pathLst>
                <a:path w="567311" h="657733">
                  <a:moveTo>
                    <a:pt x="567184" y="657732"/>
                  </a:moveTo>
                  <a:cubicBezTo>
                    <a:pt x="523369" y="650112"/>
                    <a:pt x="483363" y="642492"/>
                    <a:pt x="442977" y="636142"/>
                  </a:cubicBezTo>
                  <a:cubicBezTo>
                    <a:pt x="380239" y="626363"/>
                    <a:pt x="317374" y="616965"/>
                    <a:pt x="254382" y="608456"/>
                  </a:cubicBezTo>
                  <a:cubicBezTo>
                    <a:pt x="216409" y="603376"/>
                    <a:pt x="177928" y="602106"/>
                    <a:pt x="140463" y="594994"/>
                  </a:cubicBezTo>
                  <a:cubicBezTo>
                    <a:pt x="129922" y="592962"/>
                    <a:pt x="116714" y="577976"/>
                    <a:pt x="113793" y="566546"/>
                  </a:cubicBezTo>
                  <a:cubicBezTo>
                    <a:pt x="90171" y="476122"/>
                    <a:pt x="68961" y="385063"/>
                    <a:pt x="46482" y="294258"/>
                  </a:cubicBezTo>
                  <a:cubicBezTo>
                    <a:pt x="31369" y="232917"/>
                    <a:pt x="15367" y="171703"/>
                    <a:pt x="0" y="111505"/>
                  </a:cubicBezTo>
                  <a:cubicBezTo>
                    <a:pt x="103505" y="74802"/>
                    <a:pt x="206884" y="38227"/>
                    <a:pt x="314707" y="0"/>
                  </a:cubicBezTo>
                  <a:cubicBezTo>
                    <a:pt x="396368" y="212724"/>
                    <a:pt x="481078" y="433196"/>
                    <a:pt x="567311" y="657732"/>
                  </a:cubicBezTo>
                </a:path>
              </a:pathLst>
            </a:custGeom>
            <a:solidFill>
              <a:srgbClr val="003865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113698" y="602615"/>
              <a:ext cx="1465957" cy="768223"/>
            </a:xfrm>
            <a:custGeom>
              <a:avLst/>
              <a:gdLst/>
              <a:ahLst/>
              <a:cxnLst/>
              <a:rect l="l" t="t" r="r" b="b"/>
              <a:pathLst>
                <a:path w="1465957" h="768223">
                  <a:moveTo>
                    <a:pt x="856" y="768222"/>
                  </a:moveTo>
                  <a:cubicBezTo>
                    <a:pt x="856" y="749934"/>
                    <a:pt x="-1303" y="731392"/>
                    <a:pt x="1237" y="713485"/>
                  </a:cubicBezTo>
                  <a:cubicBezTo>
                    <a:pt x="14699" y="617600"/>
                    <a:pt x="77438" y="556132"/>
                    <a:pt x="154400" y="508761"/>
                  </a:cubicBezTo>
                  <a:cubicBezTo>
                    <a:pt x="269716" y="437768"/>
                    <a:pt x="400145" y="406653"/>
                    <a:pt x="530321" y="376173"/>
                  </a:cubicBezTo>
                  <a:cubicBezTo>
                    <a:pt x="636493" y="351282"/>
                    <a:pt x="742665" y="326136"/>
                    <a:pt x="848203" y="298323"/>
                  </a:cubicBezTo>
                  <a:cubicBezTo>
                    <a:pt x="971520" y="265684"/>
                    <a:pt x="1095472" y="234569"/>
                    <a:pt x="1216250" y="194056"/>
                  </a:cubicBezTo>
                  <a:cubicBezTo>
                    <a:pt x="1314548" y="161036"/>
                    <a:pt x="1404972" y="110744"/>
                    <a:pt x="1451581" y="0"/>
                  </a:cubicBezTo>
                  <a:cubicBezTo>
                    <a:pt x="1470378" y="44450"/>
                    <a:pt x="1468092" y="83058"/>
                    <a:pt x="1459709" y="121412"/>
                  </a:cubicBezTo>
                  <a:cubicBezTo>
                    <a:pt x="1440405" y="210058"/>
                    <a:pt x="1374492" y="258699"/>
                    <a:pt x="1297022" y="285115"/>
                  </a:cubicBezTo>
                  <a:cubicBezTo>
                    <a:pt x="1146908" y="336296"/>
                    <a:pt x="994380" y="380364"/>
                    <a:pt x="841980" y="424052"/>
                  </a:cubicBezTo>
                  <a:cubicBezTo>
                    <a:pt x="661385" y="475741"/>
                    <a:pt x="479394" y="522604"/>
                    <a:pt x="298799" y="574166"/>
                  </a:cubicBezTo>
                  <a:cubicBezTo>
                    <a:pt x="213455" y="598550"/>
                    <a:pt x="136239" y="641349"/>
                    <a:pt x="68929" y="699642"/>
                  </a:cubicBezTo>
                  <a:cubicBezTo>
                    <a:pt x="46322" y="719327"/>
                    <a:pt x="28796" y="744854"/>
                    <a:pt x="8857" y="767714"/>
                  </a:cubicBezTo>
                  <a:cubicBezTo>
                    <a:pt x="6190" y="767841"/>
                    <a:pt x="3523" y="767968"/>
                    <a:pt x="856" y="768095"/>
                  </a:cubicBezTo>
                </a:path>
              </a:pathLst>
            </a:custGeom>
            <a:solidFill>
              <a:srgbClr val="003865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191335" y="477393"/>
              <a:ext cx="1319675" cy="635127"/>
            </a:xfrm>
            <a:custGeom>
              <a:avLst/>
              <a:gdLst/>
              <a:ahLst/>
              <a:cxnLst/>
              <a:rect l="l" t="t" r="r" b="b"/>
              <a:pathLst>
                <a:path w="1319675" h="635127">
                  <a:moveTo>
                    <a:pt x="11866" y="634999"/>
                  </a:moveTo>
                  <a:cubicBezTo>
                    <a:pt x="-8581" y="601852"/>
                    <a:pt x="-1342" y="556640"/>
                    <a:pt x="23931" y="521334"/>
                  </a:cubicBezTo>
                  <a:cubicBezTo>
                    <a:pt x="67365" y="460374"/>
                    <a:pt x="130611" y="427735"/>
                    <a:pt x="197921" y="407669"/>
                  </a:cubicBezTo>
                  <a:cubicBezTo>
                    <a:pt x="326445" y="369188"/>
                    <a:pt x="457002" y="337311"/>
                    <a:pt x="587177" y="304673"/>
                  </a:cubicBezTo>
                  <a:cubicBezTo>
                    <a:pt x="766502" y="259715"/>
                    <a:pt x="949763" y="228981"/>
                    <a:pt x="1122611" y="160274"/>
                  </a:cubicBezTo>
                  <a:cubicBezTo>
                    <a:pt x="1195763" y="131191"/>
                    <a:pt x="1259136" y="87376"/>
                    <a:pt x="1296474" y="14224"/>
                  </a:cubicBezTo>
                  <a:cubicBezTo>
                    <a:pt x="1298887" y="9398"/>
                    <a:pt x="1302697" y="5207"/>
                    <a:pt x="1306380" y="0"/>
                  </a:cubicBezTo>
                  <a:cubicBezTo>
                    <a:pt x="1335590" y="52578"/>
                    <a:pt x="1313238" y="132207"/>
                    <a:pt x="1272598" y="177165"/>
                  </a:cubicBezTo>
                  <a:cubicBezTo>
                    <a:pt x="1215321" y="240284"/>
                    <a:pt x="1139883" y="270510"/>
                    <a:pt x="1061270" y="292100"/>
                  </a:cubicBezTo>
                  <a:cubicBezTo>
                    <a:pt x="914838" y="332359"/>
                    <a:pt x="767264" y="368426"/>
                    <a:pt x="620197" y="406526"/>
                  </a:cubicBezTo>
                  <a:cubicBezTo>
                    <a:pt x="491165" y="440054"/>
                    <a:pt x="361498" y="471550"/>
                    <a:pt x="233481" y="508507"/>
                  </a:cubicBezTo>
                  <a:cubicBezTo>
                    <a:pt x="150423" y="532383"/>
                    <a:pt x="72572" y="569340"/>
                    <a:pt x="11993" y="635126"/>
                  </a:cubicBezTo>
                </a:path>
              </a:pathLst>
            </a:custGeom>
            <a:solidFill>
              <a:srgbClr val="003865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63373" y="1179321"/>
              <a:ext cx="524258" cy="398907"/>
            </a:xfrm>
            <a:custGeom>
              <a:avLst/>
              <a:gdLst/>
              <a:ahLst/>
              <a:cxnLst/>
              <a:rect l="l" t="t" r="r" b="b"/>
              <a:pathLst>
                <a:path w="524258" h="398907">
                  <a:moveTo>
                    <a:pt x="127" y="398907"/>
                  </a:moveTo>
                  <a:cubicBezTo>
                    <a:pt x="26543" y="274320"/>
                    <a:pt x="88646" y="178943"/>
                    <a:pt x="201296" y="117094"/>
                  </a:cubicBezTo>
                  <a:cubicBezTo>
                    <a:pt x="301499" y="62103"/>
                    <a:pt x="409703" y="33274"/>
                    <a:pt x="524258" y="0"/>
                  </a:cubicBezTo>
                  <a:cubicBezTo>
                    <a:pt x="516257" y="35687"/>
                    <a:pt x="510161" y="65786"/>
                    <a:pt x="502795" y="95504"/>
                  </a:cubicBezTo>
                  <a:cubicBezTo>
                    <a:pt x="485523" y="165354"/>
                    <a:pt x="467108" y="235077"/>
                    <a:pt x="450343" y="305054"/>
                  </a:cubicBezTo>
                  <a:cubicBezTo>
                    <a:pt x="444755" y="328549"/>
                    <a:pt x="433198" y="336550"/>
                    <a:pt x="408179" y="339090"/>
                  </a:cubicBezTo>
                  <a:cubicBezTo>
                    <a:pt x="324486" y="347472"/>
                    <a:pt x="240920" y="359029"/>
                    <a:pt x="157735" y="371094"/>
                  </a:cubicBezTo>
                  <a:cubicBezTo>
                    <a:pt x="104775" y="378714"/>
                    <a:pt x="52324" y="389636"/>
                    <a:pt x="0" y="398907"/>
                  </a:cubicBezTo>
                </a:path>
              </a:pathLst>
            </a:custGeom>
            <a:solidFill>
              <a:srgbClr val="003865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322707" y="959487"/>
            <a:ext cx="992991" cy="281733"/>
            <a:chOff x="0" y="0"/>
            <a:chExt cx="1323988" cy="375643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17166"/>
              <a:ext cx="305916" cy="342156"/>
              <a:chOff x="0" y="0"/>
              <a:chExt cx="1131697" cy="1265758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131697" cy="1265809"/>
              </a:xfrm>
              <a:custGeom>
                <a:avLst/>
                <a:gdLst/>
                <a:ahLst/>
                <a:cxnLst/>
                <a:rect l="l" t="t" r="r" b="b"/>
                <a:pathLst>
                  <a:path w="1131697" h="1265809">
                    <a:moveTo>
                      <a:pt x="1131697" y="0"/>
                    </a:moveTo>
                    <a:lnTo>
                      <a:pt x="1131697" y="703072"/>
                    </a:lnTo>
                    <a:cubicBezTo>
                      <a:pt x="1131697" y="1109980"/>
                      <a:pt x="913511" y="1265809"/>
                      <a:pt x="565785" y="1265809"/>
                    </a:cubicBezTo>
                    <a:cubicBezTo>
                      <a:pt x="218059" y="1265809"/>
                      <a:pt x="0" y="1109853"/>
                      <a:pt x="0" y="703072"/>
                    </a:cubicBezTo>
                    <a:lnTo>
                      <a:pt x="0" y="0"/>
                    </a:lnTo>
                    <a:lnTo>
                      <a:pt x="311785" y="0"/>
                    </a:lnTo>
                    <a:lnTo>
                      <a:pt x="311785" y="625094"/>
                    </a:lnTo>
                    <a:cubicBezTo>
                      <a:pt x="311785" y="891667"/>
                      <a:pt x="411607" y="993013"/>
                      <a:pt x="565912" y="993013"/>
                    </a:cubicBezTo>
                    <a:cubicBezTo>
                      <a:pt x="720217" y="993013"/>
                      <a:pt x="820039" y="891667"/>
                      <a:pt x="820039" y="625094"/>
                    </a:cubicBezTo>
                    <a:lnTo>
                      <a:pt x="820039" y="0"/>
                    </a:lnTo>
                    <a:close/>
                  </a:path>
                </a:pathLst>
              </a:custGeom>
              <a:solidFill>
                <a:srgbClr val="003865"/>
              </a:solidFill>
            </p:spPr>
          </p:sp>
        </p:grpSp>
        <p:grpSp>
          <p:nvGrpSpPr>
            <p:cNvPr id="27" name="Group 27"/>
            <p:cNvGrpSpPr/>
            <p:nvPr/>
          </p:nvGrpSpPr>
          <p:grpSpPr>
            <a:xfrm>
              <a:off x="351974" y="0"/>
              <a:ext cx="641120" cy="375643"/>
              <a:chOff x="0" y="0"/>
              <a:chExt cx="2371738" cy="1389647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63500" y="63500"/>
                <a:ext cx="1130175" cy="1247142"/>
              </a:xfrm>
              <a:custGeom>
                <a:avLst/>
                <a:gdLst/>
                <a:ahLst/>
                <a:cxnLst/>
                <a:rect l="l" t="t" r="r" b="b"/>
                <a:pathLst>
                  <a:path w="1130175" h="1247142">
                    <a:moveTo>
                      <a:pt x="815215" y="453645"/>
                    </a:moveTo>
                    <a:cubicBezTo>
                      <a:pt x="815215" y="349251"/>
                      <a:pt x="748159" y="280671"/>
                      <a:pt x="578232" y="280671"/>
                    </a:cubicBezTo>
                    <a:lnTo>
                      <a:pt x="311786" y="280671"/>
                    </a:lnTo>
                    <a:lnTo>
                      <a:pt x="311786" y="612649"/>
                    </a:lnTo>
                    <a:lnTo>
                      <a:pt x="578359" y="612649"/>
                    </a:lnTo>
                    <a:cubicBezTo>
                      <a:pt x="748286" y="612649"/>
                      <a:pt x="815342" y="545593"/>
                      <a:pt x="815342" y="453645"/>
                    </a:cubicBezTo>
                    <a:moveTo>
                      <a:pt x="1130176" y="452121"/>
                    </a:moveTo>
                    <a:cubicBezTo>
                      <a:pt x="1130176" y="798197"/>
                      <a:pt x="849632" y="893320"/>
                      <a:pt x="562738" y="893320"/>
                    </a:cubicBezTo>
                    <a:lnTo>
                      <a:pt x="311786" y="893320"/>
                    </a:lnTo>
                    <a:lnTo>
                      <a:pt x="311786" y="1247142"/>
                    </a:lnTo>
                    <a:lnTo>
                      <a:pt x="0" y="1247142"/>
                    </a:lnTo>
                    <a:lnTo>
                      <a:pt x="0" y="0"/>
                    </a:lnTo>
                    <a:lnTo>
                      <a:pt x="547117" y="0"/>
                    </a:lnTo>
                    <a:cubicBezTo>
                      <a:pt x="818390" y="0"/>
                      <a:pt x="1130049" y="81026"/>
                      <a:pt x="1130049" y="452121"/>
                    </a:cubicBezTo>
                  </a:path>
                </a:pathLst>
              </a:custGeom>
              <a:solidFill>
                <a:srgbClr val="003865"/>
              </a:solidFill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304293" y="453264"/>
                <a:ext cx="1003810" cy="872872"/>
              </a:xfrm>
              <a:custGeom>
                <a:avLst/>
                <a:gdLst/>
                <a:ahLst/>
                <a:cxnLst/>
                <a:rect l="l" t="t" r="r" b="b"/>
                <a:pathLst>
                  <a:path w="1003810" h="872872">
                    <a:moveTo>
                      <a:pt x="313436" y="374015"/>
                    </a:moveTo>
                    <a:lnTo>
                      <a:pt x="701549" y="374015"/>
                    </a:lnTo>
                    <a:cubicBezTo>
                      <a:pt x="685928" y="271145"/>
                      <a:pt x="625222" y="225933"/>
                      <a:pt x="495809" y="225933"/>
                    </a:cubicBezTo>
                    <a:cubicBezTo>
                      <a:pt x="391414" y="228981"/>
                      <a:pt x="329057" y="277368"/>
                      <a:pt x="313436" y="374015"/>
                    </a:cubicBezTo>
                    <a:moveTo>
                      <a:pt x="575311" y="665608"/>
                    </a:moveTo>
                    <a:cubicBezTo>
                      <a:pt x="715646" y="665608"/>
                      <a:pt x="851282" y="625095"/>
                      <a:pt x="969647" y="582931"/>
                    </a:cubicBezTo>
                    <a:lnTo>
                      <a:pt x="969647" y="805816"/>
                    </a:lnTo>
                    <a:cubicBezTo>
                      <a:pt x="891669" y="847853"/>
                      <a:pt x="737363" y="872872"/>
                      <a:pt x="573660" y="872872"/>
                    </a:cubicBezTo>
                    <a:cubicBezTo>
                      <a:pt x="196469" y="872872"/>
                      <a:pt x="0" y="718567"/>
                      <a:pt x="0" y="445771"/>
                    </a:cubicBezTo>
                    <a:cubicBezTo>
                      <a:pt x="0" y="171450"/>
                      <a:pt x="194818" y="0"/>
                      <a:pt x="495682" y="0"/>
                    </a:cubicBezTo>
                    <a:cubicBezTo>
                      <a:pt x="835535" y="0"/>
                      <a:pt x="1003810" y="197993"/>
                      <a:pt x="1003810" y="506604"/>
                    </a:cubicBezTo>
                    <a:lnTo>
                      <a:pt x="319659" y="506604"/>
                    </a:lnTo>
                    <a:cubicBezTo>
                      <a:pt x="344552" y="595504"/>
                      <a:pt x="414783" y="665608"/>
                      <a:pt x="575311" y="665608"/>
                    </a:cubicBezTo>
                  </a:path>
                </a:pathLst>
              </a:custGeom>
              <a:solidFill>
                <a:srgbClr val="003865"/>
              </a:solidFill>
            </p:spPr>
          </p:sp>
        </p:grpSp>
        <p:grpSp>
          <p:nvGrpSpPr>
            <p:cNvPr id="30" name="Group 30"/>
            <p:cNvGrpSpPr/>
            <p:nvPr/>
          </p:nvGrpSpPr>
          <p:grpSpPr>
            <a:xfrm>
              <a:off x="1018072" y="17166"/>
              <a:ext cx="305916" cy="342156"/>
              <a:chOff x="0" y="0"/>
              <a:chExt cx="1131697" cy="1265758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1131697" cy="1265809"/>
              </a:xfrm>
              <a:custGeom>
                <a:avLst/>
                <a:gdLst/>
                <a:ahLst/>
                <a:cxnLst/>
                <a:rect l="l" t="t" r="r" b="b"/>
                <a:pathLst>
                  <a:path w="1131697" h="1265809">
                    <a:moveTo>
                      <a:pt x="1131697" y="0"/>
                    </a:moveTo>
                    <a:lnTo>
                      <a:pt x="1131697" y="703072"/>
                    </a:lnTo>
                    <a:cubicBezTo>
                      <a:pt x="1131697" y="1109980"/>
                      <a:pt x="913511" y="1265809"/>
                      <a:pt x="565785" y="1265809"/>
                    </a:cubicBezTo>
                    <a:cubicBezTo>
                      <a:pt x="218059" y="1265809"/>
                      <a:pt x="0" y="1109853"/>
                      <a:pt x="0" y="703072"/>
                    </a:cubicBezTo>
                    <a:lnTo>
                      <a:pt x="0" y="0"/>
                    </a:lnTo>
                    <a:lnTo>
                      <a:pt x="311785" y="0"/>
                    </a:lnTo>
                    <a:lnTo>
                      <a:pt x="311785" y="625094"/>
                    </a:lnTo>
                    <a:cubicBezTo>
                      <a:pt x="311785" y="891667"/>
                      <a:pt x="411607" y="993013"/>
                      <a:pt x="565912" y="993013"/>
                    </a:cubicBezTo>
                    <a:cubicBezTo>
                      <a:pt x="720217" y="993013"/>
                      <a:pt x="820039" y="891667"/>
                      <a:pt x="820039" y="625094"/>
                    </a:cubicBezTo>
                    <a:lnTo>
                      <a:pt x="820039" y="0"/>
                    </a:lnTo>
                    <a:close/>
                  </a:path>
                </a:pathLst>
              </a:custGeom>
              <a:solidFill>
                <a:srgbClr val="003865"/>
              </a:solidFill>
            </p:spPr>
          </p:sp>
        </p:grpSp>
      </p:grpSp>
      <p:sp>
        <p:nvSpPr>
          <p:cNvPr id="32" name="TextBox 32"/>
          <p:cNvSpPr txBox="1"/>
          <p:nvPr/>
        </p:nvSpPr>
        <p:spPr>
          <a:xfrm>
            <a:off x="1615756" y="395168"/>
            <a:ext cx="2858828" cy="551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7"/>
              </a:lnSpc>
            </a:pPr>
            <a:r>
              <a:rPr lang="en-US" sz="3486" spc="282">
                <a:solidFill>
                  <a:srgbClr val="12315F"/>
                </a:solidFill>
                <a:latin typeface="Prompt Light"/>
                <a:ea typeface="Prompt Light"/>
                <a:cs typeface="Prompt Light"/>
                <a:sym typeface="Prompt Light"/>
              </a:rPr>
              <a:t>INGENIERÍA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615756" y="815651"/>
            <a:ext cx="560542" cy="534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47"/>
              </a:lnSpc>
            </a:pPr>
            <a:r>
              <a:rPr lang="en-US" sz="3267" b="1" spc="71">
                <a:solidFill>
                  <a:srgbClr val="12315F"/>
                </a:solidFill>
                <a:latin typeface="Prompt Bold"/>
                <a:ea typeface="Prompt Bold"/>
                <a:cs typeface="Prompt Bold"/>
                <a:sym typeface="Prompt Bold"/>
              </a:rPr>
              <a:t>DE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237803" y="815651"/>
            <a:ext cx="2162639" cy="534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47"/>
              </a:lnSpc>
            </a:pPr>
            <a:r>
              <a:rPr lang="en-US" sz="3267" b="1" spc="98">
                <a:solidFill>
                  <a:srgbClr val="12315F"/>
                </a:solidFill>
                <a:latin typeface="Prompt Bold"/>
                <a:ea typeface="Prompt Bold"/>
                <a:cs typeface="Prompt Bold"/>
                <a:sym typeface="Prompt Bold"/>
              </a:rPr>
              <a:t>SISTEMAS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37893" y="1264469"/>
            <a:ext cx="1162618" cy="129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2"/>
              </a:lnSpc>
            </a:pPr>
            <a:r>
              <a:rPr lang="en-US" sz="701">
                <a:solidFill>
                  <a:srgbClr val="12315F"/>
                </a:solidFill>
                <a:latin typeface="Myriad Light"/>
                <a:ea typeface="Myriad Light"/>
                <a:cs typeface="Myriad Light"/>
                <a:sym typeface="Myriad Light"/>
              </a:rPr>
              <a:t>UNIVERSIDAD PERUANA UNIÓN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823663" y="-7896"/>
            <a:ext cx="5818935" cy="4378791"/>
            <a:chOff x="0" y="0"/>
            <a:chExt cx="1027653" cy="773317"/>
          </a:xfrm>
        </p:grpSpPr>
        <p:sp>
          <p:nvSpPr>
            <p:cNvPr id="3" name="Freeform 3"/>
            <p:cNvSpPr/>
            <p:nvPr/>
          </p:nvSpPr>
          <p:spPr>
            <a:xfrm>
              <a:off x="50603" y="0"/>
              <a:ext cx="926448" cy="714821"/>
            </a:xfrm>
            <a:custGeom>
              <a:avLst/>
              <a:gdLst/>
              <a:ahLst/>
              <a:cxnLst/>
              <a:rect l="l" t="t" r="r" b="b"/>
              <a:pathLst>
                <a:path w="926448" h="714821">
                  <a:moveTo>
                    <a:pt x="523601" y="682448"/>
                  </a:moveTo>
                  <a:lnTo>
                    <a:pt x="916673" y="90869"/>
                  </a:lnTo>
                  <a:cubicBezTo>
                    <a:pt x="928603" y="72914"/>
                    <a:pt x="929691" y="49853"/>
                    <a:pt x="919505" y="30854"/>
                  </a:cubicBezTo>
                  <a:cubicBezTo>
                    <a:pt x="909319" y="11856"/>
                    <a:pt x="889509" y="0"/>
                    <a:pt x="867952" y="0"/>
                  </a:cubicBezTo>
                  <a:lnTo>
                    <a:pt x="58496" y="0"/>
                  </a:lnTo>
                  <a:cubicBezTo>
                    <a:pt x="36939" y="0"/>
                    <a:pt x="17129" y="11856"/>
                    <a:pt x="6943" y="30854"/>
                  </a:cubicBezTo>
                  <a:cubicBezTo>
                    <a:pt x="-3244" y="49853"/>
                    <a:pt x="-2156" y="72914"/>
                    <a:pt x="9774" y="90869"/>
                  </a:cubicBezTo>
                  <a:lnTo>
                    <a:pt x="402847" y="682448"/>
                  </a:lnTo>
                  <a:cubicBezTo>
                    <a:pt x="416282" y="702668"/>
                    <a:pt x="438947" y="714821"/>
                    <a:pt x="463224" y="714821"/>
                  </a:cubicBezTo>
                  <a:cubicBezTo>
                    <a:pt x="487501" y="714821"/>
                    <a:pt x="510166" y="702668"/>
                    <a:pt x="523601" y="682448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60571" y="17137"/>
              <a:ext cx="706512" cy="39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12629220" y="4653647"/>
            <a:ext cx="5904711" cy="5389210"/>
            <a:chOff x="0" y="0"/>
            <a:chExt cx="1142063" cy="1042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42063" cy="1042357"/>
            </a:xfrm>
            <a:custGeom>
              <a:avLst/>
              <a:gdLst/>
              <a:ahLst/>
              <a:cxnLst/>
              <a:rect l="l" t="t" r="r" b="b"/>
              <a:pathLst>
                <a:path w="1142063" h="1042357">
                  <a:moveTo>
                    <a:pt x="1142063" y="1042357"/>
                  </a:moveTo>
                  <a:lnTo>
                    <a:pt x="0" y="1042357"/>
                  </a:lnTo>
                  <a:lnTo>
                    <a:pt x="0" y="0"/>
                  </a:lnTo>
                  <a:lnTo>
                    <a:pt x="1142063" y="1042357"/>
                  </a:lnTo>
                  <a:close/>
                </a:path>
              </a:pathLst>
            </a:custGeom>
            <a:solidFill>
              <a:srgbClr val="12315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483079"/>
              <a:ext cx="571032" cy="557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9605392"/>
            <a:ext cx="18276180" cy="695215"/>
            <a:chOff x="0" y="0"/>
            <a:chExt cx="4813480" cy="18310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13479" cy="183102"/>
            </a:xfrm>
            <a:custGeom>
              <a:avLst/>
              <a:gdLst/>
              <a:ahLst/>
              <a:cxnLst/>
              <a:rect l="l" t="t" r="r" b="b"/>
              <a:pathLst>
                <a:path w="4813479" h="183102">
                  <a:moveTo>
                    <a:pt x="0" y="0"/>
                  </a:moveTo>
                  <a:lnTo>
                    <a:pt x="4813479" y="0"/>
                  </a:lnTo>
                  <a:lnTo>
                    <a:pt x="4813479" y="183102"/>
                  </a:lnTo>
                  <a:lnTo>
                    <a:pt x="0" y="183102"/>
                  </a:lnTo>
                  <a:close/>
                </a:path>
              </a:pathLst>
            </a:custGeom>
            <a:solidFill>
              <a:srgbClr val="F8A90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813480" cy="221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733130" y="4007471"/>
            <a:ext cx="776851" cy="776851"/>
            <a:chOff x="0" y="0"/>
            <a:chExt cx="204603" cy="20460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4603" cy="204603"/>
            </a:xfrm>
            <a:custGeom>
              <a:avLst/>
              <a:gdLst/>
              <a:ahLst/>
              <a:cxnLst/>
              <a:rect l="l" t="t" r="r" b="b"/>
              <a:pathLst>
                <a:path w="204603" h="204603">
                  <a:moveTo>
                    <a:pt x="102301" y="0"/>
                  </a:moveTo>
                  <a:lnTo>
                    <a:pt x="102301" y="0"/>
                  </a:lnTo>
                  <a:cubicBezTo>
                    <a:pt x="129433" y="0"/>
                    <a:pt x="155454" y="10778"/>
                    <a:pt x="174639" y="29963"/>
                  </a:cubicBezTo>
                  <a:cubicBezTo>
                    <a:pt x="193825" y="49149"/>
                    <a:pt x="204603" y="75169"/>
                    <a:pt x="204603" y="102301"/>
                  </a:cubicBezTo>
                  <a:lnTo>
                    <a:pt x="204603" y="102301"/>
                  </a:lnTo>
                  <a:cubicBezTo>
                    <a:pt x="204603" y="129433"/>
                    <a:pt x="193825" y="155454"/>
                    <a:pt x="174639" y="174639"/>
                  </a:cubicBezTo>
                  <a:cubicBezTo>
                    <a:pt x="155454" y="193825"/>
                    <a:pt x="129433" y="204603"/>
                    <a:pt x="102301" y="204603"/>
                  </a:cubicBezTo>
                  <a:lnTo>
                    <a:pt x="102301" y="204603"/>
                  </a:lnTo>
                  <a:cubicBezTo>
                    <a:pt x="75169" y="204603"/>
                    <a:pt x="49149" y="193825"/>
                    <a:pt x="29963" y="174639"/>
                  </a:cubicBezTo>
                  <a:cubicBezTo>
                    <a:pt x="10778" y="155454"/>
                    <a:pt x="0" y="129433"/>
                    <a:pt x="0" y="102301"/>
                  </a:cubicBezTo>
                  <a:lnTo>
                    <a:pt x="0" y="102301"/>
                  </a:lnTo>
                  <a:cubicBezTo>
                    <a:pt x="0" y="75169"/>
                    <a:pt x="10778" y="49149"/>
                    <a:pt x="29963" y="29963"/>
                  </a:cubicBezTo>
                  <a:cubicBezTo>
                    <a:pt x="49149" y="10778"/>
                    <a:pt x="75169" y="0"/>
                    <a:pt x="102301" y="0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04603" cy="2427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631571" y="6484757"/>
            <a:ext cx="3824448" cy="861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1"/>
              </a:lnSpc>
            </a:pPr>
            <a:r>
              <a:rPr lang="en-US" sz="2479">
                <a:solidFill>
                  <a:srgbClr val="12315F"/>
                </a:solidFill>
                <a:latin typeface="Open Sauce"/>
                <a:ea typeface="Open Sauce"/>
                <a:cs typeface="Open Sauce"/>
                <a:sym typeface="Open Sauce"/>
              </a:rPr>
              <a:t>Luis Lucero</a:t>
            </a:r>
          </a:p>
          <a:p>
            <a:pPr marL="0" lvl="0" indent="0" algn="ctr">
              <a:lnSpc>
                <a:spcPts val="3471"/>
              </a:lnSpc>
            </a:pPr>
            <a:r>
              <a:rPr lang="en-US" sz="2479">
                <a:solidFill>
                  <a:srgbClr val="12315F"/>
                </a:solidFill>
                <a:latin typeface="Open Sauce"/>
                <a:ea typeface="Open Sauce"/>
                <a:cs typeface="Open Sauce"/>
                <a:sym typeface="Open Sauce"/>
              </a:rPr>
              <a:t>5to - IX</a:t>
            </a:r>
          </a:p>
        </p:txBody>
      </p:sp>
      <p:sp>
        <p:nvSpPr>
          <p:cNvPr id="16" name="Freeform 16"/>
          <p:cNvSpPr/>
          <p:nvPr/>
        </p:nvSpPr>
        <p:spPr>
          <a:xfrm rot="17397588">
            <a:off x="1693596" y="3168963"/>
            <a:ext cx="2962880" cy="2992808"/>
          </a:xfrm>
          <a:custGeom>
            <a:avLst/>
            <a:gdLst/>
            <a:ahLst/>
            <a:cxnLst/>
            <a:rect l="l" t="t" r="r" b="b"/>
            <a:pathLst>
              <a:path w="3950506" h="3990411">
                <a:moveTo>
                  <a:pt x="0" y="0"/>
                </a:moveTo>
                <a:lnTo>
                  <a:pt x="3950506" y="0"/>
                </a:lnTo>
                <a:lnTo>
                  <a:pt x="3950506" y="3990410"/>
                </a:lnTo>
                <a:lnTo>
                  <a:pt x="0" y="39904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 rot="17397588">
            <a:off x="6371306" y="3132712"/>
            <a:ext cx="2962880" cy="2992808"/>
          </a:xfrm>
          <a:custGeom>
            <a:avLst/>
            <a:gdLst/>
            <a:ahLst/>
            <a:cxnLst/>
            <a:rect l="l" t="t" r="r" b="b"/>
            <a:pathLst>
              <a:path w="3950506" h="3990411">
                <a:moveTo>
                  <a:pt x="0" y="0"/>
                </a:moveTo>
                <a:lnTo>
                  <a:pt x="3950506" y="0"/>
                </a:lnTo>
                <a:lnTo>
                  <a:pt x="3950506" y="3990410"/>
                </a:lnTo>
                <a:lnTo>
                  <a:pt x="0" y="39904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 rot="17397588">
            <a:off x="11405530" y="3132712"/>
            <a:ext cx="2962880" cy="2992808"/>
          </a:xfrm>
          <a:custGeom>
            <a:avLst/>
            <a:gdLst/>
            <a:ahLst/>
            <a:cxnLst/>
            <a:rect l="l" t="t" r="r" b="b"/>
            <a:pathLst>
              <a:path w="3950506" h="3990411">
                <a:moveTo>
                  <a:pt x="0" y="0"/>
                </a:moveTo>
                <a:lnTo>
                  <a:pt x="3950506" y="0"/>
                </a:lnTo>
                <a:lnTo>
                  <a:pt x="3950506" y="3990410"/>
                </a:lnTo>
                <a:lnTo>
                  <a:pt x="0" y="39904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028700" y="1247775"/>
            <a:ext cx="10954590" cy="933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13"/>
              </a:lnSpc>
            </a:pPr>
            <a:r>
              <a:rPr lang="en-US" sz="7570" b="1">
                <a:solidFill>
                  <a:srgbClr val="003865"/>
                </a:solidFill>
                <a:latin typeface="DM Sans Bold"/>
                <a:ea typeface="DM Sans Bold"/>
                <a:cs typeface="DM Sans Bold"/>
                <a:sym typeface="DM Sans Bold"/>
              </a:rPr>
              <a:t>EQUIPO DE TRABAJO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88424" y="9799625"/>
            <a:ext cx="5825841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60"/>
              </a:lnSpc>
              <a:spcBef>
                <a:spcPct val="0"/>
              </a:spcBef>
            </a:pPr>
            <a:r>
              <a:rPr lang="en-US" sz="2300" u="none" strike="noStrike">
                <a:solidFill>
                  <a:srgbClr val="003865"/>
                </a:solidFill>
                <a:latin typeface="DM Sans"/>
                <a:ea typeface="DM Sans"/>
                <a:cs typeface="DM Sans"/>
                <a:sym typeface="DM Sans"/>
              </a:rPr>
              <a:t>XV Jornada Científica - EP. Ing. Sistemas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286835" y="6533794"/>
            <a:ext cx="3824448" cy="861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1"/>
              </a:lnSpc>
            </a:pPr>
            <a:r>
              <a:rPr lang="en-US" sz="2479">
                <a:solidFill>
                  <a:srgbClr val="12315F"/>
                </a:solidFill>
                <a:latin typeface="Open Sauce"/>
                <a:ea typeface="Open Sauce"/>
                <a:cs typeface="Open Sauce"/>
                <a:sym typeface="Open Sauce"/>
              </a:rPr>
              <a:t>Alexis Del Castillo</a:t>
            </a:r>
          </a:p>
          <a:p>
            <a:pPr lvl="0" algn="ctr">
              <a:lnSpc>
                <a:spcPts val="3471"/>
              </a:lnSpc>
            </a:pPr>
            <a:r>
              <a:rPr lang="en-US" sz="2479">
                <a:solidFill>
                  <a:srgbClr val="12315F"/>
                </a:solidFill>
                <a:latin typeface="Open Sauce"/>
                <a:ea typeface="Open Sauce"/>
                <a:cs typeface="Open Sauce"/>
                <a:sym typeface="Open Sauce"/>
              </a:rPr>
              <a:t>5to - IX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195903" y="6533794"/>
            <a:ext cx="3824448" cy="861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1"/>
              </a:lnSpc>
            </a:pPr>
            <a:r>
              <a:rPr lang="en-US" sz="2479">
                <a:solidFill>
                  <a:srgbClr val="12315F"/>
                </a:solidFill>
                <a:latin typeface="Open Sauce"/>
                <a:ea typeface="Open Sauce"/>
                <a:cs typeface="Open Sauce"/>
                <a:sym typeface="Open Sauce"/>
              </a:rPr>
              <a:t>May Attilano</a:t>
            </a:r>
          </a:p>
          <a:p>
            <a:pPr lvl="0" algn="ctr">
              <a:lnSpc>
                <a:spcPts val="3471"/>
              </a:lnSpc>
            </a:pPr>
            <a:r>
              <a:rPr lang="en-US" sz="2479">
                <a:solidFill>
                  <a:srgbClr val="12315F"/>
                </a:solidFill>
                <a:latin typeface="Open Sauce"/>
                <a:ea typeface="Open Sauce"/>
                <a:cs typeface="Open Sauce"/>
                <a:sym typeface="Open Sauce"/>
              </a:rPr>
              <a:t>5to - IX</a:t>
            </a:r>
          </a:p>
        </p:txBody>
      </p:sp>
      <p:pic>
        <p:nvPicPr>
          <p:cNvPr id="23" name="Picture 22" descr="A person in a black suit&#10;&#10;AI-generated content may be incorrect.">
            <a:extLst>
              <a:ext uri="{FF2B5EF4-FFF2-40B4-BE49-F238E27FC236}">
                <a16:creationId xmlns:a16="http://schemas.microsoft.com/office/drawing/2014/main" id="{6A630A7A-582B-62E3-0235-97F0D757D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7181" y="2171021"/>
            <a:ext cx="3672568" cy="3675290"/>
          </a:xfrm>
          <a:prstGeom prst="rect">
            <a:avLst/>
          </a:prstGeom>
        </p:spPr>
      </p:pic>
      <p:pic>
        <p:nvPicPr>
          <p:cNvPr id="31" name="Picture 30" descr="A person in a suit and tie&#10;&#10;AI-generated content may be incorrect.">
            <a:extLst>
              <a:ext uri="{FF2B5EF4-FFF2-40B4-BE49-F238E27FC236}">
                <a16:creationId xmlns:a16="http://schemas.microsoft.com/office/drawing/2014/main" id="{4CA04573-BCCA-D52C-1FCE-BA576310AE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8948" y="2182586"/>
            <a:ext cx="3833133" cy="3815443"/>
          </a:xfrm>
          <a:prstGeom prst="rect">
            <a:avLst/>
          </a:prstGeom>
        </p:spPr>
      </p:pic>
      <p:pic>
        <p:nvPicPr>
          <p:cNvPr id="32" name="Picture 31" descr="A person in a suit and tie&#10;&#10;AI-generated content may be incorrect.">
            <a:extLst>
              <a:ext uri="{FF2B5EF4-FFF2-40B4-BE49-F238E27FC236}">
                <a16:creationId xmlns:a16="http://schemas.microsoft.com/office/drawing/2014/main" id="{C0A186EF-8546-BF24-FCC4-1BE77A043C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0816" y="2189389"/>
            <a:ext cx="3824968" cy="38018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951486" y="-6859967"/>
            <a:ext cx="18788758" cy="9328392"/>
            <a:chOff x="0" y="0"/>
            <a:chExt cx="1557574" cy="773317"/>
          </a:xfrm>
        </p:grpSpPr>
        <p:sp>
          <p:nvSpPr>
            <p:cNvPr id="3" name="Freeform 3"/>
            <p:cNvSpPr/>
            <p:nvPr/>
          </p:nvSpPr>
          <p:spPr>
            <a:xfrm>
              <a:off x="19862" y="0"/>
              <a:ext cx="1517850" cy="759391"/>
            </a:xfrm>
            <a:custGeom>
              <a:avLst/>
              <a:gdLst/>
              <a:ahLst/>
              <a:cxnLst/>
              <a:rect l="l" t="t" r="r" b="b"/>
              <a:pathLst>
                <a:path w="1517850" h="759391">
                  <a:moveTo>
                    <a:pt x="782901" y="749509"/>
                  </a:moveTo>
                  <a:lnTo>
                    <a:pt x="1513736" y="23807"/>
                  </a:lnTo>
                  <a:cubicBezTo>
                    <a:pt x="1517739" y="19832"/>
                    <a:pt x="1518948" y="13835"/>
                    <a:pt x="1516799" y="8619"/>
                  </a:cubicBezTo>
                  <a:cubicBezTo>
                    <a:pt x="1514649" y="3404"/>
                    <a:pt x="1509565" y="0"/>
                    <a:pt x="1503924" y="0"/>
                  </a:cubicBezTo>
                  <a:lnTo>
                    <a:pt x="13926" y="0"/>
                  </a:lnTo>
                  <a:cubicBezTo>
                    <a:pt x="8285" y="0"/>
                    <a:pt x="3201" y="3404"/>
                    <a:pt x="1051" y="8619"/>
                  </a:cubicBezTo>
                  <a:cubicBezTo>
                    <a:pt x="-1099" y="13835"/>
                    <a:pt x="111" y="19832"/>
                    <a:pt x="4114" y="23807"/>
                  </a:cubicBezTo>
                  <a:lnTo>
                    <a:pt x="734949" y="749509"/>
                  </a:lnTo>
                  <a:cubicBezTo>
                    <a:pt x="748218" y="762685"/>
                    <a:pt x="769632" y="762685"/>
                    <a:pt x="782901" y="749509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243371" y="17137"/>
              <a:ext cx="1070832" cy="39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109238" y="1509929"/>
            <a:ext cx="13609449" cy="1111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32"/>
              </a:lnSpc>
            </a:pPr>
            <a:r>
              <a:rPr lang="en-US" sz="8925" b="1">
                <a:solidFill>
                  <a:srgbClr val="003865"/>
                </a:solidFill>
                <a:latin typeface="DM Sans Bold"/>
                <a:ea typeface="DM Sans Bold"/>
                <a:cs typeface="DM Sans Bold"/>
                <a:sym typeface="DM Sans Bold"/>
              </a:rPr>
              <a:t>INDICE DE CONTENIDO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117062" y="3108464"/>
            <a:ext cx="7295055" cy="457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917"/>
              </a:lnSpc>
            </a:pPr>
            <a:r>
              <a:rPr lang="en-US" sz="2798" err="1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Problematica</a:t>
            </a:r>
            <a:endParaRPr lang="en-US" sz="2798">
              <a:solidFill>
                <a:srgbClr val="1E1E1E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5923051" y="2501143"/>
            <a:ext cx="1772189" cy="1772189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65143" y="65143"/>
              <a:ext cx="682515" cy="682515"/>
            </a:xfrm>
            <a:custGeom>
              <a:avLst/>
              <a:gdLst/>
              <a:ahLst/>
              <a:cxnLst/>
              <a:rect l="l" t="t" r="r" b="b"/>
              <a:pathLst>
                <a:path w="682515" h="682515">
                  <a:moveTo>
                    <a:pt x="452462" y="46062"/>
                  </a:moveTo>
                  <a:lnTo>
                    <a:pt x="636452" y="230052"/>
                  </a:lnTo>
                  <a:cubicBezTo>
                    <a:pt x="697869" y="291469"/>
                    <a:pt x="697869" y="391045"/>
                    <a:pt x="636452" y="452462"/>
                  </a:cubicBezTo>
                  <a:lnTo>
                    <a:pt x="452462" y="636452"/>
                  </a:lnTo>
                  <a:cubicBezTo>
                    <a:pt x="391045" y="697869"/>
                    <a:pt x="291469" y="697869"/>
                    <a:pt x="230052" y="636452"/>
                  </a:cubicBezTo>
                  <a:lnTo>
                    <a:pt x="46062" y="452462"/>
                  </a:lnTo>
                  <a:cubicBezTo>
                    <a:pt x="-15355" y="391045"/>
                    <a:pt x="-15355" y="291469"/>
                    <a:pt x="46062" y="230052"/>
                  </a:cubicBezTo>
                  <a:lnTo>
                    <a:pt x="230052" y="46062"/>
                  </a:lnTo>
                  <a:cubicBezTo>
                    <a:pt x="291469" y="-15355"/>
                    <a:pt x="391045" y="-15355"/>
                    <a:pt x="452462" y="46062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7"/>
                </a:lnSpc>
              </a:pPr>
              <a:r>
                <a:rPr lang="en-US" sz="2398">
                  <a:solidFill>
                    <a:srgbClr val="F7F7F7"/>
                  </a:solidFill>
                  <a:latin typeface="Open Sauce"/>
                  <a:ea typeface="Open Sauce"/>
                  <a:cs typeface="Open Sauce"/>
                  <a:sym typeface="Open Sauce"/>
                </a:rPr>
                <a:t>01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923051" y="4368582"/>
            <a:ext cx="1772189" cy="1772189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65143" y="65143"/>
              <a:ext cx="682515" cy="682515"/>
            </a:xfrm>
            <a:custGeom>
              <a:avLst/>
              <a:gdLst/>
              <a:ahLst/>
              <a:cxnLst/>
              <a:rect l="l" t="t" r="r" b="b"/>
              <a:pathLst>
                <a:path w="682515" h="682515">
                  <a:moveTo>
                    <a:pt x="452462" y="46062"/>
                  </a:moveTo>
                  <a:lnTo>
                    <a:pt x="636452" y="230052"/>
                  </a:lnTo>
                  <a:cubicBezTo>
                    <a:pt x="697869" y="291469"/>
                    <a:pt x="697869" y="391045"/>
                    <a:pt x="636452" y="452462"/>
                  </a:cubicBezTo>
                  <a:lnTo>
                    <a:pt x="452462" y="636452"/>
                  </a:lnTo>
                  <a:cubicBezTo>
                    <a:pt x="391045" y="697869"/>
                    <a:pt x="291469" y="697869"/>
                    <a:pt x="230052" y="636452"/>
                  </a:cubicBezTo>
                  <a:lnTo>
                    <a:pt x="46062" y="452462"/>
                  </a:lnTo>
                  <a:cubicBezTo>
                    <a:pt x="-15355" y="391045"/>
                    <a:pt x="-15355" y="291469"/>
                    <a:pt x="46062" y="230052"/>
                  </a:cubicBezTo>
                  <a:lnTo>
                    <a:pt x="230052" y="46062"/>
                  </a:lnTo>
                  <a:cubicBezTo>
                    <a:pt x="291469" y="-15355"/>
                    <a:pt x="391045" y="-15355"/>
                    <a:pt x="452462" y="46062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7"/>
                </a:lnSpc>
              </a:pPr>
              <a:r>
                <a:rPr lang="en-US" sz="2398">
                  <a:solidFill>
                    <a:srgbClr val="F7F7F7"/>
                  </a:solidFill>
                  <a:latin typeface="Open Sauce"/>
                  <a:ea typeface="Open Sauce"/>
                  <a:cs typeface="Open Sauce"/>
                  <a:sym typeface="Open Sauce"/>
                </a:rPr>
                <a:t>02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923051" y="6234046"/>
            <a:ext cx="1772189" cy="1772189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65143" y="65143"/>
              <a:ext cx="682515" cy="682515"/>
            </a:xfrm>
            <a:custGeom>
              <a:avLst/>
              <a:gdLst/>
              <a:ahLst/>
              <a:cxnLst/>
              <a:rect l="l" t="t" r="r" b="b"/>
              <a:pathLst>
                <a:path w="682515" h="682515">
                  <a:moveTo>
                    <a:pt x="452462" y="46062"/>
                  </a:moveTo>
                  <a:lnTo>
                    <a:pt x="636452" y="230052"/>
                  </a:lnTo>
                  <a:cubicBezTo>
                    <a:pt x="697869" y="291469"/>
                    <a:pt x="697869" y="391045"/>
                    <a:pt x="636452" y="452462"/>
                  </a:cubicBezTo>
                  <a:lnTo>
                    <a:pt x="452462" y="636452"/>
                  </a:lnTo>
                  <a:cubicBezTo>
                    <a:pt x="391045" y="697869"/>
                    <a:pt x="291469" y="697869"/>
                    <a:pt x="230052" y="636452"/>
                  </a:cubicBezTo>
                  <a:lnTo>
                    <a:pt x="46062" y="452462"/>
                  </a:lnTo>
                  <a:cubicBezTo>
                    <a:pt x="-15355" y="391045"/>
                    <a:pt x="-15355" y="291469"/>
                    <a:pt x="46062" y="230052"/>
                  </a:cubicBezTo>
                  <a:lnTo>
                    <a:pt x="230052" y="46062"/>
                  </a:lnTo>
                  <a:cubicBezTo>
                    <a:pt x="291469" y="-15355"/>
                    <a:pt x="391045" y="-15355"/>
                    <a:pt x="452462" y="46062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7"/>
                </a:lnSpc>
              </a:pPr>
              <a:r>
                <a:rPr lang="en-US" sz="2398">
                  <a:solidFill>
                    <a:srgbClr val="F7F7F7"/>
                  </a:solidFill>
                  <a:latin typeface="Open Sauce"/>
                  <a:ea typeface="Open Sauce"/>
                  <a:cs typeface="Open Sauce"/>
                  <a:sym typeface="Open Sauce"/>
                </a:rPr>
                <a:t>03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-5293412" y="2218932"/>
            <a:ext cx="11276000" cy="11265054"/>
            <a:chOff x="0" y="0"/>
            <a:chExt cx="890190" cy="889326"/>
          </a:xfrm>
        </p:grpSpPr>
        <p:sp>
          <p:nvSpPr>
            <p:cNvPr id="17" name="Freeform 17"/>
            <p:cNvSpPr/>
            <p:nvPr/>
          </p:nvSpPr>
          <p:spPr>
            <a:xfrm>
              <a:off x="28459" y="28420"/>
              <a:ext cx="833273" cy="832487"/>
            </a:xfrm>
            <a:custGeom>
              <a:avLst/>
              <a:gdLst/>
              <a:ahLst/>
              <a:cxnLst/>
              <a:rect l="l" t="t" r="r" b="b"/>
              <a:pathLst>
                <a:path w="833273" h="832487">
                  <a:moveTo>
                    <a:pt x="465209" y="20105"/>
                  </a:moveTo>
                  <a:lnTo>
                    <a:pt x="813159" y="367718"/>
                  </a:lnTo>
                  <a:cubicBezTo>
                    <a:pt x="826037" y="380583"/>
                    <a:pt x="833273" y="398040"/>
                    <a:pt x="833273" y="416243"/>
                  </a:cubicBezTo>
                  <a:cubicBezTo>
                    <a:pt x="833273" y="434446"/>
                    <a:pt x="826037" y="451903"/>
                    <a:pt x="813159" y="464768"/>
                  </a:cubicBezTo>
                  <a:lnTo>
                    <a:pt x="465209" y="812381"/>
                  </a:lnTo>
                  <a:cubicBezTo>
                    <a:pt x="438375" y="839188"/>
                    <a:pt x="394897" y="839188"/>
                    <a:pt x="368064" y="812381"/>
                  </a:cubicBezTo>
                  <a:lnTo>
                    <a:pt x="20113" y="464768"/>
                  </a:lnTo>
                  <a:cubicBezTo>
                    <a:pt x="7236" y="451903"/>
                    <a:pt x="0" y="434446"/>
                    <a:pt x="0" y="416243"/>
                  </a:cubicBezTo>
                  <a:cubicBezTo>
                    <a:pt x="0" y="398040"/>
                    <a:pt x="7236" y="380583"/>
                    <a:pt x="20113" y="367718"/>
                  </a:cubicBezTo>
                  <a:lnTo>
                    <a:pt x="368064" y="20105"/>
                  </a:lnTo>
                  <a:cubicBezTo>
                    <a:pt x="394897" y="-6702"/>
                    <a:pt x="438375" y="-6702"/>
                    <a:pt x="465209" y="20105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</p:grpSp>
      <p:grpSp>
        <p:nvGrpSpPr>
          <p:cNvPr id="18" name="Group 18"/>
          <p:cNvGrpSpPr/>
          <p:nvPr/>
        </p:nvGrpSpPr>
        <p:grpSpPr>
          <a:xfrm rot="-2568333">
            <a:off x="-1334811" y="3516921"/>
            <a:ext cx="4534669" cy="6919448"/>
            <a:chOff x="0" y="0"/>
            <a:chExt cx="361230" cy="5512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61230" cy="551200"/>
            </a:xfrm>
            <a:custGeom>
              <a:avLst/>
              <a:gdLst/>
              <a:ahLst/>
              <a:cxnLst/>
              <a:rect l="l" t="t" r="r" b="b"/>
              <a:pathLst>
                <a:path w="361230" h="551200">
                  <a:moveTo>
                    <a:pt x="42682" y="0"/>
                  </a:moveTo>
                  <a:lnTo>
                    <a:pt x="318548" y="0"/>
                  </a:lnTo>
                  <a:cubicBezTo>
                    <a:pt x="329868" y="0"/>
                    <a:pt x="340724" y="4497"/>
                    <a:pt x="348728" y="12501"/>
                  </a:cubicBezTo>
                  <a:cubicBezTo>
                    <a:pt x="356733" y="20506"/>
                    <a:pt x="361230" y="31362"/>
                    <a:pt x="361230" y="42682"/>
                  </a:cubicBezTo>
                  <a:lnTo>
                    <a:pt x="361230" y="508518"/>
                  </a:lnTo>
                  <a:cubicBezTo>
                    <a:pt x="361230" y="532091"/>
                    <a:pt x="342120" y="551200"/>
                    <a:pt x="318548" y="551200"/>
                  </a:cubicBezTo>
                  <a:lnTo>
                    <a:pt x="42682" y="551200"/>
                  </a:lnTo>
                  <a:cubicBezTo>
                    <a:pt x="31362" y="551200"/>
                    <a:pt x="20506" y="546703"/>
                    <a:pt x="12501" y="538699"/>
                  </a:cubicBezTo>
                  <a:cubicBezTo>
                    <a:pt x="4497" y="530695"/>
                    <a:pt x="0" y="519838"/>
                    <a:pt x="0" y="508518"/>
                  </a:cubicBezTo>
                  <a:lnTo>
                    <a:pt x="0" y="42682"/>
                  </a:lnTo>
                  <a:cubicBezTo>
                    <a:pt x="0" y="31362"/>
                    <a:pt x="4497" y="20506"/>
                    <a:pt x="12501" y="12501"/>
                  </a:cubicBezTo>
                  <a:cubicBezTo>
                    <a:pt x="20506" y="4497"/>
                    <a:pt x="31362" y="0"/>
                    <a:pt x="42682" y="0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361230" cy="589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2161107" y="9723489"/>
            <a:ext cx="5825841" cy="342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60"/>
              </a:lnSpc>
              <a:spcBef>
                <a:spcPct val="0"/>
              </a:spcBef>
            </a:pPr>
            <a:r>
              <a:rPr lang="en-US" sz="2300" u="none" strike="noStrike">
                <a:solidFill>
                  <a:srgbClr val="003865"/>
                </a:solidFill>
                <a:latin typeface="DM Sans"/>
                <a:ea typeface="DM Sans"/>
                <a:cs typeface="DM Sans"/>
                <a:sym typeface="DM Sans"/>
              </a:rPr>
              <a:t>XVII Jornada Científica - EP. Ing. Sistemas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117062" y="4975903"/>
            <a:ext cx="7295055" cy="457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917"/>
              </a:lnSpc>
            </a:pPr>
            <a:r>
              <a:rPr lang="en-US" sz="2798" err="1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Metodologia</a:t>
            </a:r>
            <a:endParaRPr lang="en-US" sz="2798">
              <a:solidFill>
                <a:srgbClr val="1E1E1E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8117062" y="6847900"/>
            <a:ext cx="7295055" cy="457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917"/>
              </a:lnSpc>
            </a:pPr>
            <a:r>
              <a:rPr lang="en-US" sz="2798" err="1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Resultados</a:t>
            </a:r>
            <a:endParaRPr lang="en-US" sz="2798">
              <a:solidFill>
                <a:srgbClr val="1E1E1E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grpSp>
        <p:nvGrpSpPr>
          <p:cNvPr id="24" name="Group 13">
            <a:extLst>
              <a:ext uri="{FF2B5EF4-FFF2-40B4-BE49-F238E27FC236}">
                <a16:creationId xmlns:a16="http://schemas.microsoft.com/office/drawing/2014/main" id="{7F7AB261-E6C5-E7FA-2545-1A8F813A00AF}"/>
              </a:ext>
            </a:extLst>
          </p:cNvPr>
          <p:cNvGrpSpPr/>
          <p:nvPr/>
        </p:nvGrpSpPr>
        <p:grpSpPr>
          <a:xfrm>
            <a:off x="5923050" y="8241545"/>
            <a:ext cx="1772189" cy="1772189"/>
            <a:chOff x="0" y="0"/>
            <a:chExt cx="812800" cy="812800"/>
          </a:xfrm>
        </p:grpSpPr>
        <p:sp>
          <p:nvSpPr>
            <p:cNvPr id="25" name="Freeform 14">
              <a:extLst>
                <a:ext uri="{FF2B5EF4-FFF2-40B4-BE49-F238E27FC236}">
                  <a16:creationId xmlns:a16="http://schemas.microsoft.com/office/drawing/2014/main" id="{B67E2DEC-171E-9D60-5B51-816E0065F057}"/>
                </a:ext>
              </a:extLst>
            </p:cNvPr>
            <p:cNvSpPr/>
            <p:nvPr/>
          </p:nvSpPr>
          <p:spPr>
            <a:xfrm>
              <a:off x="65143" y="65143"/>
              <a:ext cx="682515" cy="682515"/>
            </a:xfrm>
            <a:custGeom>
              <a:avLst/>
              <a:gdLst/>
              <a:ahLst/>
              <a:cxnLst/>
              <a:rect l="l" t="t" r="r" b="b"/>
              <a:pathLst>
                <a:path w="682515" h="682515">
                  <a:moveTo>
                    <a:pt x="452462" y="46062"/>
                  </a:moveTo>
                  <a:lnTo>
                    <a:pt x="636452" y="230052"/>
                  </a:lnTo>
                  <a:cubicBezTo>
                    <a:pt x="697869" y="291469"/>
                    <a:pt x="697869" y="391045"/>
                    <a:pt x="636452" y="452462"/>
                  </a:cubicBezTo>
                  <a:lnTo>
                    <a:pt x="452462" y="636452"/>
                  </a:lnTo>
                  <a:cubicBezTo>
                    <a:pt x="391045" y="697869"/>
                    <a:pt x="291469" y="697869"/>
                    <a:pt x="230052" y="636452"/>
                  </a:cubicBezTo>
                  <a:lnTo>
                    <a:pt x="46062" y="452462"/>
                  </a:lnTo>
                  <a:cubicBezTo>
                    <a:pt x="-15355" y="391045"/>
                    <a:pt x="-15355" y="291469"/>
                    <a:pt x="46062" y="230052"/>
                  </a:cubicBezTo>
                  <a:lnTo>
                    <a:pt x="230052" y="46062"/>
                  </a:lnTo>
                  <a:cubicBezTo>
                    <a:pt x="291469" y="-15355"/>
                    <a:pt x="391045" y="-15355"/>
                    <a:pt x="452462" y="46062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  <p:sp>
          <p:nvSpPr>
            <p:cNvPr id="26" name="TextBox 15">
              <a:extLst>
                <a:ext uri="{FF2B5EF4-FFF2-40B4-BE49-F238E27FC236}">
                  <a16:creationId xmlns:a16="http://schemas.microsoft.com/office/drawing/2014/main" id="{FC33100D-A81B-C244-CEB6-82DE38031B22}"/>
                </a:ext>
              </a:extLst>
            </p:cNvPr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7"/>
                </a:lnSpc>
              </a:pPr>
              <a:r>
                <a:rPr lang="en-US" sz="2398">
                  <a:solidFill>
                    <a:srgbClr val="F7F7F7"/>
                  </a:solidFill>
                  <a:latin typeface="Open Sauce"/>
                  <a:ea typeface="Open Sauce"/>
                  <a:cs typeface="Open Sauce"/>
                  <a:sym typeface="Open Sauce"/>
                </a:rPr>
                <a:t>03</a:t>
              </a:r>
            </a:p>
          </p:txBody>
        </p:sp>
      </p:grpSp>
      <p:sp>
        <p:nvSpPr>
          <p:cNvPr id="27" name="TextBox 23">
            <a:extLst>
              <a:ext uri="{FF2B5EF4-FFF2-40B4-BE49-F238E27FC236}">
                <a16:creationId xmlns:a16="http://schemas.microsoft.com/office/drawing/2014/main" id="{1F4DD5F7-2C65-2CB5-C26B-9C1298EFA6E7}"/>
              </a:ext>
            </a:extLst>
          </p:cNvPr>
          <p:cNvSpPr txBox="1"/>
          <p:nvPr/>
        </p:nvSpPr>
        <p:spPr>
          <a:xfrm>
            <a:off x="8117062" y="8846939"/>
            <a:ext cx="7295055" cy="457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917"/>
              </a:lnSpc>
            </a:pPr>
            <a:r>
              <a:rPr lang="en-US" sz="2798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Conclusiones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23566" y="5134909"/>
            <a:ext cx="6559951" cy="3257829"/>
            <a:chOff x="0" y="0"/>
            <a:chExt cx="1727724" cy="8580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27724" cy="858029"/>
            </a:xfrm>
            <a:custGeom>
              <a:avLst/>
              <a:gdLst/>
              <a:ahLst/>
              <a:cxnLst/>
              <a:rect l="l" t="t" r="r" b="b"/>
              <a:pathLst>
                <a:path w="1727724" h="858029">
                  <a:moveTo>
                    <a:pt x="53108" y="0"/>
                  </a:moveTo>
                  <a:lnTo>
                    <a:pt x="1674616" y="0"/>
                  </a:lnTo>
                  <a:cubicBezTo>
                    <a:pt x="1688701" y="0"/>
                    <a:pt x="1702209" y="5595"/>
                    <a:pt x="1712169" y="15555"/>
                  </a:cubicBezTo>
                  <a:cubicBezTo>
                    <a:pt x="1722129" y="25515"/>
                    <a:pt x="1727724" y="39023"/>
                    <a:pt x="1727724" y="53108"/>
                  </a:cubicBezTo>
                  <a:lnTo>
                    <a:pt x="1727724" y="804921"/>
                  </a:lnTo>
                  <a:cubicBezTo>
                    <a:pt x="1727724" y="834252"/>
                    <a:pt x="1703947" y="858029"/>
                    <a:pt x="1674616" y="858029"/>
                  </a:cubicBezTo>
                  <a:lnTo>
                    <a:pt x="53108" y="858029"/>
                  </a:lnTo>
                  <a:cubicBezTo>
                    <a:pt x="39023" y="858029"/>
                    <a:pt x="25515" y="852434"/>
                    <a:pt x="15555" y="842474"/>
                  </a:cubicBezTo>
                  <a:cubicBezTo>
                    <a:pt x="5595" y="832514"/>
                    <a:pt x="0" y="819006"/>
                    <a:pt x="0" y="804921"/>
                  </a:cubicBezTo>
                  <a:lnTo>
                    <a:pt x="0" y="53108"/>
                  </a:lnTo>
                  <a:cubicBezTo>
                    <a:pt x="0" y="23777"/>
                    <a:pt x="23777" y="0"/>
                    <a:pt x="53108" y="0"/>
                  </a:cubicBezTo>
                  <a:close/>
                </a:path>
              </a:pathLst>
            </a:custGeom>
            <a:ln w="66675" cap="rnd">
              <a:solidFill>
                <a:srgbClr val="183685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727724" cy="8961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745117" y="4248815"/>
            <a:ext cx="1772189" cy="177218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65143" y="65143"/>
              <a:ext cx="682515" cy="682515"/>
            </a:xfrm>
            <a:custGeom>
              <a:avLst/>
              <a:gdLst/>
              <a:ahLst/>
              <a:cxnLst/>
              <a:rect l="l" t="t" r="r" b="b"/>
              <a:pathLst>
                <a:path w="682515" h="682515">
                  <a:moveTo>
                    <a:pt x="452462" y="46062"/>
                  </a:moveTo>
                  <a:lnTo>
                    <a:pt x="636452" y="230052"/>
                  </a:lnTo>
                  <a:cubicBezTo>
                    <a:pt x="697869" y="291469"/>
                    <a:pt x="697869" y="391045"/>
                    <a:pt x="636452" y="452462"/>
                  </a:cubicBezTo>
                  <a:lnTo>
                    <a:pt x="452462" y="636452"/>
                  </a:lnTo>
                  <a:cubicBezTo>
                    <a:pt x="391045" y="697869"/>
                    <a:pt x="291469" y="697869"/>
                    <a:pt x="230052" y="636452"/>
                  </a:cubicBezTo>
                  <a:lnTo>
                    <a:pt x="46062" y="452462"/>
                  </a:lnTo>
                  <a:cubicBezTo>
                    <a:pt x="-15355" y="391045"/>
                    <a:pt x="-15355" y="291469"/>
                    <a:pt x="46062" y="230052"/>
                  </a:cubicBezTo>
                  <a:lnTo>
                    <a:pt x="230052" y="46062"/>
                  </a:lnTo>
                  <a:cubicBezTo>
                    <a:pt x="291469" y="-15355"/>
                    <a:pt x="391045" y="-15355"/>
                    <a:pt x="452462" y="46062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17"/>
                </a:lnSpc>
              </a:pPr>
              <a:r>
                <a:rPr lang="en-US" sz="2084">
                  <a:solidFill>
                    <a:srgbClr val="F7F7F7"/>
                  </a:solidFill>
                  <a:latin typeface="Open Sauce"/>
                  <a:ea typeface="Open Sauce"/>
                  <a:cs typeface="Open Sauce"/>
                  <a:sym typeface="Open Sauce"/>
                </a:rPr>
                <a:t>03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404483" y="5134909"/>
            <a:ext cx="6559951" cy="3257829"/>
            <a:chOff x="0" y="0"/>
            <a:chExt cx="1727724" cy="85802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27724" cy="858029"/>
            </a:xfrm>
            <a:custGeom>
              <a:avLst/>
              <a:gdLst/>
              <a:ahLst/>
              <a:cxnLst/>
              <a:rect l="l" t="t" r="r" b="b"/>
              <a:pathLst>
                <a:path w="1727724" h="858029">
                  <a:moveTo>
                    <a:pt x="53108" y="0"/>
                  </a:moveTo>
                  <a:lnTo>
                    <a:pt x="1674616" y="0"/>
                  </a:lnTo>
                  <a:cubicBezTo>
                    <a:pt x="1688701" y="0"/>
                    <a:pt x="1702209" y="5595"/>
                    <a:pt x="1712169" y="15555"/>
                  </a:cubicBezTo>
                  <a:cubicBezTo>
                    <a:pt x="1722129" y="25515"/>
                    <a:pt x="1727724" y="39023"/>
                    <a:pt x="1727724" y="53108"/>
                  </a:cubicBezTo>
                  <a:lnTo>
                    <a:pt x="1727724" y="804921"/>
                  </a:lnTo>
                  <a:cubicBezTo>
                    <a:pt x="1727724" y="834252"/>
                    <a:pt x="1703947" y="858029"/>
                    <a:pt x="1674616" y="858029"/>
                  </a:cubicBezTo>
                  <a:lnTo>
                    <a:pt x="53108" y="858029"/>
                  </a:lnTo>
                  <a:cubicBezTo>
                    <a:pt x="39023" y="858029"/>
                    <a:pt x="25515" y="852434"/>
                    <a:pt x="15555" y="842474"/>
                  </a:cubicBezTo>
                  <a:cubicBezTo>
                    <a:pt x="5595" y="832514"/>
                    <a:pt x="0" y="819006"/>
                    <a:pt x="0" y="804921"/>
                  </a:cubicBezTo>
                  <a:lnTo>
                    <a:pt x="0" y="53108"/>
                  </a:lnTo>
                  <a:cubicBezTo>
                    <a:pt x="0" y="23777"/>
                    <a:pt x="23777" y="0"/>
                    <a:pt x="53108" y="0"/>
                  </a:cubicBezTo>
                  <a:close/>
                </a:path>
              </a:pathLst>
            </a:custGeom>
            <a:ln w="66675" cap="rnd">
              <a:solidFill>
                <a:srgbClr val="183685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727724" cy="8961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735029" y="4248815"/>
            <a:ext cx="1772189" cy="1772189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65143" y="65143"/>
              <a:ext cx="682515" cy="682515"/>
            </a:xfrm>
            <a:custGeom>
              <a:avLst/>
              <a:gdLst/>
              <a:ahLst/>
              <a:cxnLst/>
              <a:rect l="l" t="t" r="r" b="b"/>
              <a:pathLst>
                <a:path w="682515" h="682515">
                  <a:moveTo>
                    <a:pt x="452462" y="46062"/>
                  </a:moveTo>
                  <a:lnTo>
                    <a:pt x="636452" y="230052"/>
                  </a:lnTo>
                  <a:cubicBezTo>
                    <a:pt x="697869" y="291469"/>
                    <a:pt x="697869" y="391045"/>
                    <a:pt x="636452" y="452462"/>
                  </a:cubicBezTo>
                  <a:lnTo>
                    <a:pt x="452462" y="636452"/>
                  </a:lnTo>
                  <a:cubicBezTo>
                    <a:pt x="391045" y="697869"/>
                    <a:pt x="291469" y="697869"/>
                    <a:pt x="230052" y="636452"/>
                  </a:cubicBezTo>
                  <a:lnTo>
                    <a:pt x="46062" y="452462"/>
                  </a:lnTo>
                  <a:cubicBezTo>
                    <a:pt x="-15355" y="391045"/>
                    <a:pt x="-15355" y="291469"/>
                    <a:pt x="46062" y="230052"/>
                  </a:cubicBezTo>
                  <a:lnTo>
                    <a:pt x="230052" y="46062"/>
                  </a:lnTo>
                  <a:cubicBezTo>
                    <a:pt x="291469" y="-15355"/>
                    <a:pt x="391045" y="-15355"/>
                    <a:pt x="452462" y="46062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17"/>
                </a:lnSpc>
              </a:pPr>
              <a:r>
                <a:rPr lang="en-US" sz="2084">
                  <a:solidFill>
                    <a:srgbClr val="F7F7F7"/>
                  </a:solidFill>
                  <a:latin typeface="Open Sauce"/>
                  <a:ea typeface="Open Sauce"/>
                  <a:cs typeface="Open Sauce"/>
                  <a:sym typeface="Open Sauce"/>
                </a:rPr>
                <a:t>04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 flipV="1">
            <a:off x="1536216" y="291347"/>
            <a:ext cx="0" cy="817476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5" name="Group 15"/>
          <p:cNvGrpSpPr/>
          <p:nvPr/>
        </p:nvGrpSpPr>
        <p:grpSpPr>
          <a:xfrm>
            <a:off x="542200" y="243974"/>
            <a:ext cx="635936" cy="583117"/>
            <a:chOff x="0" y="0"/>
            <a:chExt cx="1791183" cy="1642402"/>
          </a:xfrm>
        </p:grpSpPr>
        <p:sp>
          <p:nvSpPr>
            <p:cNvPr id="16" name="Freeform 16"/>
            <p:cNvSpPr/>
            <p:nvPr/>
          </p:nvSpPr>
          <p:spPr>
            <a:xfrm>
              <a:off x="286132" y="63429"/>
              <a:ext cx="1151836" cy="829127"/>
            </a:xfrm>
            <a:custGeom>
              <a:avLst/>
              <a:gdLst/>
              <a:ahLst/>
              <a:cxnLst/>
              <a:rect l="l" t="t" r="r" b="b"/>
              <a:pathLst>
                <a:path w="1151836" h="829127">
                  <a:moveTo>
                    <a:pt x="0" y="829127"/>
                  </a:moveTo>
                  <a:cubicBezTo>
                    <a:pt x="762" y="780866"/>
                    <a:pt x="17653" y="742386"/>
                    <a:pt x="52197" y="720923"/>
                  </a:cubicBezTo>
                  <a:cubicBezTo>
                    <a:pt x="83185" y="701619"/>
                    <a:pt x="95885" y="675584"/>
                    <a:pt x="107442" y="645612"/>
                  </a:cubicBezTo>
                  <a:cubicBezTo>
                    <a:pt x="172339" y="476575"/>
                    <a:pt x="237364" y="307538"/>
                    <a:pt x="302134" y="138374"/>
                  </a:cubicBezTo>
                  <a:cubicBezTo>
                    <a:pt x="315342" y="103830"/>
                    <a:pt x="328804" y="69286"/>
                    <a:pt x="340615" y="34234"/>
                  </a:cubicBezTo>
                  <a:cubicBezTo>
                    <a:pt x="348108" y="11628"/>
                    <a:pt x="357379" y="-1072"/>
                    <a:pt x="385573" y="71"/>
                  </a:cubicBezTo>
                  <a:cubicBezTo>
                    <a:pt x="449200" y="2738"/>
                    <a:pt x="512954" y="960"/>
                    <a:pt x="580138" y="960"/>
                  </a:cubicBezTo>
                  <a:cubicBezTo>
                    <a:pt x="531369" y="197937"/>
                    <a:pt x="482982" y="392628"/>
                    <a:pt x="433579" y="592145"/>
                  </a:cubicBezTo>
                  <a:cubicBezTo>
                    <a:pt x="540894" y="567634"/>
                    <a:pt x="642876" y="544520"/>
                    <a:pt x="744476" y="520136"/>
                  </a:cubicBezTo>
                  <a:cubicBezTo>
                    <a:pt x="750064" y="518866"/>
                    <a:pt x="757430" y="504134"/>
                    <a:pt x="755779" y="497530"/>
                  </a:cubicBezTo>
                  <a:cubicBezTo>
                    <a:pt x="718949" y="346146"/>
                    <a:pt x="681103" y="195016"/>
                    <a:pt x="643511" y="43759"/>
                  </a:cubicBezTo>
                  <a:cubicBezTo>
                    <a:pt x="640209" y="30551"/>
                    <a:pt x="638050" y="17216"/>
                    <a:pt x="634748" y="960"/>
                  </a:cubicBezTo>
                  <a:cubicBezTo>
                    <a:pt x="706249" y="960"/>
                    <a:pt x="776734" y="452"/>
                    <a:pt x="847219" y="1849"/>
                  </a:cubicBezTo>
                  <a:cubicBezTo>
                    <a:pt x="854077" y="1976"/>
                    <a:pt x="863856" y="13279"/>
                    <a:pt x="867031" y="21407"/>
                  </a:cubicBezTo>
                  <a:cubicBezTo>
                    <a:pt x="919101" y="154630"/>
                    <a:pt x="970410" y="287980"/>
                    <a:pt x="1022988" y="424251"/>
                  </a:cubicBezTo>
                  <a:cubicBezTo>
                    <a:pt x="1073407" y="399613"/>
                    <a:pt x="1113412" y="365069"/>
                    <a:pt x="1141098" y="313253"/>
                  </a:cubicBezTo>
                  <a:cubicBezTo>
                    <a:pt x="1161545" y="359735"/>
                    <a:pt x="1151258" y="410154"/>
                    <a:pt x="1123191" y="442793"/>
                  </a:cubicBezTo>
                  <a:cubicBezTo>
                    <a:pt x="1068200" y="506674"/>
                    <a:pt x="991746" y="531312"/>
                    <a:pt x="916053" y="552521"/>
                  </a:cubicBezTo>
                  <a:cubicBezTo>
                    <a:pt x="769876" y="593415"/>
                    <a:pt x="622048" y="628594"/>
                    <a:pt x="474473" y="664662"/>
                  </a:cubicBezTo>
                  <a:cubicBezTo>
                    <a:pt x="338329" y="697936"/>
                    <a:pt x="200152" y="724352"/>
                    <a:pt x="72136" y="784804"/>
                  </a:cubicBezTo>
                  <a:cubicBezTo>
                    <a:pt x="48641" y="795979"/>
                    <a:pt x="27559" y="811982"/>
                    <a:pt x="127" y="828999"/>
                  </a:cubicBezTo>
                </a:path>
              </a:pathLst>
            </a:custGeom>
            <a:solidFill>
              <a:srgbClr val="003865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1160529" y="921131"/>
              <a:ext cx="567311" cy="657733"/>
            </a:xfrm>
            <a:custGeom>
              <a:avLst/>
              <a:gdLst/>
              <a:ahLst/>
              <a:cxnLst/>
              <a:rect l="l" t="t" r="r" b="b"/>
              <a:pathLst>
                <a:path w="567311" h="657733">
                  <a:moveTo>
                    <a:pt x="567184" y="657732"/>
                  </a:moveTo>
                  <a:cubicBezTo>
                    <a:pt x="523369" y="650112"/>
                    <a:pt x="483363" y="642492"/>
                    <a:pt x="442977" y="636142"/>
                  </a:cubicBezTo>
                  <a:cubicBezTo>
                    <a:pt x="380239" y="626363"/>
                    <a:pt x="317374" y="616965"/>
                    <a:pt x="254382" y="608456"/>
                  </a:cubicBezTo>
                  <a:cubicBezTo>
                    <a:pt x="216409" y="603376"/>
                    <a:pt x="177928" y="602106"/>
                    <a:pt x="140463" y="594994"/>
                  </a:cubicBezTo>
                  <a:cubicBezTo>
                    <a:pt x="129922" y="592962"/>
                    <a:pt x="116714" y="577976"/>
                    <a:pt x="113793" y="566546"/>
                  </a:cubicBezTo>
                  <a:cubicBezTo>
                    <a:pt x="90171" y="476122"/>
                    <a:pt x="68961" y="385063"/>
                    <a:pt x="46482" y="294258"/>
                  </a:cubicBezTo>
                  <a:cubicBezTo>
                    <a:pt x="31369" y="232917"/>
                    <a:pt x="15367" y="171703"/>
                    <a:pt x="0" y="111505"/>
                  </a:cubicBezTo>
                  <a:cubicBezTo>
                    <a:pt x="103505" y="74802"/>
                    <a:pt x="206884" y="38227"/>
                    <a:pt x="314707" y="0"/>
                  </a:cubicBezTo>
                  <a:cubicBezTo>
                    <a:pt x="396368" y="212724"/>
                    <a:pt x="481078" y="433196"/>
                    <a:pt x="567311" y="657732"/>
                  </a:cubicBezTo>
                </a:path>
              </a:pathLst>
            </a:custGeom>
            <a:solidFill>
              <a:srgbClr val="003865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113698" y="602615"/>
              <a:ext cx="1465957" cy="768223"/>
            </a:xfrm>
            <a:custGeom>
              <a:avLst/>
              <a:gdLst/>
              <a:ahLst/>
              <a:cxnLst/>
              <a:rect l="l" t="t" r="r" b="b"/>
              <a:pathLst>
                <a:path w="1465957" h="768223">
                  <a:moveTo>
                    <a:pt x="856" y="768222"/>
                  </a:moveTo>
                  <a:cubicBezTo>
                    <a:pt x="856" y="749934"/>
                    <a:pt x="-1303" y="731392"/>
                    <a:pt x="1237" y="713485"/>
                  </a:cubicBezTo>
                  <a:cubicBezTo>
                    <a:pt x="14699" y="617600"/>
                    <a:pt x="77438" y="556132"/>
                    <a:pt x="154400" y="508761"/>
                  </a:cubicBezTo>
                  <a:cubicBezTo>
                    <a:pt x="269716" y="437768"/>
                    <a:pt x="400145" y="406653"/>
                    <a:pt x="530321" y="376173"/>
                  </a:cubicBezTo>
                  <a:cubicBezTo>
                    <a:pt x="636493" y="351282"/>
                    <a:pt x="742665" y="326136"/>
                    <a:pt x="848203" y="298323"/>
                  </a:cubicBezTo>
                  <a:cubicBezTo>
                    <a:pt x="971520" y="265684"/>
                    <a:pt x="1095472" y="234569"/>
                    <a:pt x="1216250" y="194056"/>
                  </a:cubicBezTo>
                  <a:cubicBezTo>
                    <a:pt x="1314548" y="161036"/>
                    <a:pt x="1404972" y="110744"/>
                    <a:pt x="1451581" y="0"/>
                  </a:cubicBezTo>
                  <a:cubicBezTo>
                    <a:pt x="1470378" y="44450"/>
                    <a:pt x="1468092" y="83058"/>
                    <a:pt x="1459709" y="121412"/>
                  </a:cubicBezTo>
                  <a:cubicBezTo>
                    <a:pt x="1440405" y="210058"/>
                    <a:pt x="1374492" y="258699"/>
                    <a:pt x="1297022" y="285115"/>
                  </a:cubicBezTo>
                  <a:cubicBezTo>
                    <a:pt x="1146908" y="336296"/>
                    <a:pt x="994380" y="380364"/>
                    <a:pt x="841980" y="424052"/>
                  </a:cubicBezTo>
                  <a:cubicBezTo>
                    <a:pt x="661385" y="475741"/>
                    <a:pt x="479394" y="522604"/>
                    <a:pt x="298799" y="574166"/>
                  </a:cubicBezTo>
                  <a:cubicBezTo>
                    <a:pt x="213455" y="598550"/>
                    <a:pt x="136239" y="641349"/>
                    <a:pt x="68929" y="699642"/>
                  </a:cubicBezTo>
                  <a:cubicBezTo>
                    <a:pt x="46322" y="719327"/>
                    <a:pt x="28796" y="744854"/>
                    <a:pt x="8857" y="767714"/>
                  </a:cubicBezTo>
                  <a:cubicBezTo>
                    <a:pt x="6190" y="767841"/>
                    <a:pt x="3523" y="767968"/>
                    <a:pt x="856" y="768095"/>
                  </a:cubicBezTo>
                </a:path>
              </a:pathLst>
            </a:custGeom>
            <a:solidFill>
              <a:srgbClr val="003865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191335" y="477393"/>
              <a:ext cx="1319675" cy="635127"/>
            </a:xfrm>
            <a:custGeom>
              <a:avLst/>
              <a:gdLst/>
              <a:ahLst/>
              <a:cxnLst/>
              <a:rect l="l" t="t" r="r" b="b"/>
              <a:pathLst>
                <a:path w="1319675" h="635127">
                  <a:moveTo>
                    <a:pt x="11866" y="634999"/>
                  </a:moveTo>
                  <a:cubicBezTo>
                    <a:pt x="-8581" y="601852"/>
                    <a:pt x="-1342" y="556640"/>
                    <a:pt x="23931" y="521334"/>
                  </a:cubicBezTo>
                  <a:cubicBezTo>
                    <a:pt x="67365" y="460374"/>
                    <a:pt x="130611" y="427735"/>
                    <a:pt x="197921" y="407669"/>
                  </a:cubicBezTo>
                  <a:cubicBezTo>
                    <a:pt x="326445" y="369188"/>
                    <a:pt x="457002" y="337311"/>
                    <a:pt x="587177" y="304673"/>
                  </a:cubicBezTo>
                  <a:cubicBezTo>
                    <a:pt x="766502" y="259715"/>
                    <a:pt x="949763" y="228981"/>
                    <a:pt x="1122611" y="160274"/>
                  </a:cubicBezTo>
                  <a:cubicBezTo>
                    <a:pt x="1195763" y="131191"/>
                    <a:pt x="1259136" y="87376"/>
                    <a:pt x="1296474" y="14224"/>
                  </a:cubicBezTo>
                  <a:cubicBezTo>
                    <a:pt x="1298887" y="9398"/>
                    <a:pt x="1302697" y="5207"/>
                    <a:pt x="1306380" y="0"/>
                  </a:cubicBezTo>
                  <a:cubicBezTo>
                    <a:pt x="1335590" y="52578"/>
                    <a:pt x="1313238" y="132207"/>
                    <a:pt x="1272598" y="177165"/>
                  </a:cubicBezTo>
                  <a:cubicBezTo>
                    <a:pt x="1215321" y="240284"/>
                    <a:pt x="1139883" y="270510"/>
                    <a:pt x="1061270" y="292100"/>
                  </a:cubicBezTo>
                  <a:cubicBezTo>
                    <a:pt x="914838" y="332359"/>
                    <a:pt x="767264" y="368426"/>
                    <a:pt x="620197" y="406526"/>
                  </a:cubicBezTo>
                  <a:cubicBezTo>
                    <a:pt x="491165" y="440054"/>
                    <a:pt x="361498" y="471550"/>
                    <a:pt x="233481" y="508507"/>
                  </a:cubicBezTo>
                  <a:cubicBezTo>
                    <a:pt x="150423" y="532383"/>
                    <a:pt x="72572" y="569340"/>
                    <a:pt x="11993" y="635126"/>
                  </a:cubicBezTo>
                </a:path>
              </a:pathLst>
            </a:custGeom>
            <a:solidFill>
              <a:srgbClr val="003865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63373" y="1179321"/>
              <a:ext cx="524258" cy="398907"/>
            </a:xfrm>
            <a:custGeom>
              <a:avLst/>
              <a:gdLst/>
              <a:ahLst/>
              <a:cxnLst/>
              <a:rect l="l" t="t" r="r" b="b"/>
              <a:pathLst>
                <a:path w="524258" h="398907">
                  <a:moveTo>
                    <a:pt x="127" y="398907"/>
                  </a:moveTo>
                  <a:cubicBezTo>
                    <a:pt x="26543" y="274320"/>
                    <a:pt x="88646" y="178943"/>
                    <a:pt x="201296" y="117094"/>
                  </a:cubicBezTo>
                  <a:cubicBezTo>
                    <a:pt x="301499" y="62103"/>
                    <a:pt x="409703" y="33274"/>
                    <a:pt x="524258" y="0"/>
                  </a:cubicBezTo>
                  <a:cubicBezTo>
                    <a:pt x="516257" y="35687"/>
                    <a:pt x="510161" y="65786"/>
                    <a:pt x="502795" y="95504"/>
                  </a:cubicBezTo>
                  <a:cubicBezTo>
                    <a:pt x="485523" y="165354"/>
                    <a:pt x="467108" y="235077"/>
                    <a:pt x="450343" y="305054"/>
                  </a:cubicBezTo>
                  <a:cubicBezTo>
                    <a:pt x="444755" y="328549"/>
                    <a:pt x="433198" y="336550"/>
                    <a:pt x="408179" y="339090"/>
                  </a:cubicBezTo>
                  <a:cubicBezTo>
                    <a:pt x="324486" y="347472"/>
                    <a:pt x="240920" y="359029"/>
                    <a:pt x="157735" y="371094"/>
                  </a:cubicBezTo>
                  <a:cubicBezTo>
                    <a:pt x="104775" y="378714"/>
                    <a:pt x="52324" y="389636"/>
                    <a:pt x="0" y="398907"/>
                  </a:cubicBezTo>
                </a:path>
              </a:pathLst>
            </a:custGeom>
            <a:solidFill>
              <a:srgbClr val="003865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363673" y="827091"/>
            <a:ext cx="992991" cy="281733"/>
            <a:chOff x="0" y="0"/>
            <a:chExt cx="1323988" cy="375643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17166"/>
              <a:ext cx="305916" cy="342156"/>
              <a:chOff x="0" y="0"/>
              <a:chExt cx="1131697" cy="126575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131697" cy="1265809"/>
              </a:xfrm>
              <a:custGeom>
                <a:avLst/>
                <a:gdLst/>
                <a:ahLst/>
                <a:cxnLst/>
                <a:rect l="l" t="t" r="r" b="b"/>
                <a:pathLst>
                  <a:path w="1131697" h="1265809">
                    <a:moveTo>
                      <a:pt x="1131697" y="0"/>
                    </a:moveTo>
                    <a:lnTo>
                      <a:pt x="1131697" y="703072"/>
                    </a:lnTo>
                    <a:cubicBezTo>
                      <a:pt x="1131697" y="1109980"/>
                      <a:pt x="913511" y="1265809"/>
                      <a:pt x="565785" y="1265809"/>
                    </a:cubicBezTo>
                    <a:cubicBezTo>
                      <a:pt x="218059" y="1265809"/>
                      <a:pt x="0" y="1109853"/>
                      <a:pt x="0" y="703072"/>
                    </a:cubicBezTo>
                    <a:lnTo>
                      <a:pt x="0" y="0"/>
                    </a:lnTo>
                    <a:lnTo>
                      <a:pt x="311785" y="0"/>
                    </a:lnTo>
                    <a:lnTo>
                      <a:pt x="311785" y="625094"/>
                    </a:lnTo>
                    <a:cubicBezTo>
                      <a:pt x="311785" y="891667"/>
                      <a:pt x="411607" y="993013"/>
                      <a:pt x="565912" y="993013"/>
                    </a:cubicBezTo>
                    <a:cubicBezTo>
                      <a:pt x="720217" y="993013"/>
                      <a:pt x="820039" y="891667"/>
                      <a:pt x="820039" y="625094"/>
                    </a:cubicBezTo>
                    <a:lnTo>
                      <a:pt x="820039" y="0"/>
                    </a:lnTo>
                    <a:close/>
                  </a:path>
                </a:pathLst>
              </a:custGeom>
              <a:solidFill>
                <a:srgbClr val="003865"/>
              </a:solidFill>
            </p:spPr>
          </p:sp>
        </p:grpSp>
        <p:grpSp>
          <p:nvGrpSpPr>
            <p:cNvPr id="24" name="Group 24"/>
            <p:cNvGrpSpPr/>
            <p:nvPr/>
          </p:nvGrpSpPr>
          <p:grpSpPr>
            <a:xfrm>
              <a:off x="351974" y="0"/>
              <a:ext cx="641120" cy="375643"/>
              <a:chOff x="0" y="0"/>
              <a:chExt cx="2371738" cy="1389647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63500" y="63500"/>
                <a:ext cx="1130175" cy="1247142"/>
              </a:xfrm>
              <a:custGeom>
                <a:avLst/>
                <a:gdLst/>
                <a:ahLst/>
                <a:cxnLst/>
                <a:rect l="l" t="t" r="r" b="b"/>
                <a:pathLst>
                  <a:path w="1130175" h="1247142">
                    <a:moveTo>
                      <a:pt x="815215" y="453645"/>
                    </a:moveTo>
                    <a:cubicBezTo>
                      <a:pt x="815215" y="349251"/>
                      <a:pt x="748159" y="280671"/>
                      <a:pt x="578232" y="280671"/>
                    </a:cubicBezTo>
                    <a:lnTo>
                      <a:pt x="311786" y="280671"/>
                    </a:lnTo>
                    <a:lnTo>
                      <a:pt x="311786" y="612649"/>
                    </a:lnTo>
                    <a:lnTo>
                      <a:pt x="578359" y="612649"/>
                    </a:lnTo>
                    <a:cubicBezTo>
                      <a:pt x="748286" y="612649"/>
                      <a:pt x="815342" y="545593"/>
                      <a:pt x="815342" y="453645"/>
                    </a:cubicBezTo>
                    <a:moveTo>
                      <a:pt x="1130176" y="452121"/>
                    </a:moveTo>
                    <a:cubicBezTo>
                      <a:pt x="1130176" y="798197"/>
                      <a:pt x="849632" y="893320"/>
                      <a:pt x="562738" y="893320"/>
                    </a:cubicBezTo>
                    <a:lnTo>
                      <a:pt x="311786" y="893320"/>
                    </a:lnTo>
                    <a:lnTo>
                      <a:pt x="311786" y="1247142"/>
                    </a:lnTo>
                    <a:lnTo>
                      <a:pt x="0" y="1247142"/>
                    </a:lnTo>
                    <a:lnTo>
                      <a:pt x="0" y="0"/>
                    </a:lnTo>
                    <a:lnTo>
                      <a:pt x="547117" y="0"/>
                    </a:lnTo>
                    <a:cubicBezTo>
                      <a:pt x="818390" y="0"/>
                      <a:pt x="1130049" y="81026"/>
                      <a:pt x="1130049" y="452121"/>
                    </a:cubicBezTo>
                  </a:path>
                </a:pathLst>
              </a:custGeom>
              <a:solidFill>
                <a:srgbClr val="003865"/>
              </a:solidFill>
            </p:spPr>
          </p:sp>
          <p:sp>
            <p:nvSpPr>
              <p:cNvPr id="26" name="Freeform 26"/>
              <p:cNvSpPr/>
              <p:nvPr/>
            </p:nvSpPr>
            <p:spPr>
              <a:xfrm>
                <a:off x="1304293" y="453264"/>
                <a:ext cx="1003810" cy="872872"/>
              </a:xfrm>
              <a:custGeom>
                <a:avLst/>
                <a:gdLst/>
                <a:ahLst/>
                <a:cxnLst/>
                <a:rect l="l" t="t" r="r" b="b"/>
                <a:pathLst>
                  <a:path w="1003810" h="872872">
                    <a:moveTo>
                      <a:pt x="313436" y="374015"/>
                    </a:moveTo>
                    <a:lnTo>
                      <a:pt x="701549" y="374015"/>
                    </a:lnTo>
                    <a:cubicBezTo>
                      <a:pt x="685928" y="271145"/>
                      <a:pt x="625222" y="225933"/>
                      <a:pt x="495809" y="225933"/>
                    </a:cubicBezTo>
                    <a:cubicBezTo>
                      <a:pt x="391414" y="228981"/>
                      <a:pt x="329057" y="277368"/>
                      <a:pt x="313436" y="374015"/>
                    </a:cubicBezTo>
                    <a:moveTo>
                      <a:pt x="575311" y="665608"/>
                    </a:moveTo>
                    <a:cubicBezTo>
                      <a:pt x="715646" y="665608"/>
                      <a:pt x="851282" y="625095"/>
                      <a:pt x="969647" y="582931"/>
                    </a:cubicBezTo>
                    <a:lnTo>
                      <a:pt x="969647" y="805816"/>
                    </a:lnTo>
                    <a:cubicBezTo>
                      <a:pt x="891669" y="847853"/>
                      <a:pt x="737363" y="872872"/>
                      <a:pt x="573660" y="872872"/>
                    </a:cubicBezTo>
                    <a:cubicBezTo>
                      <a:pt x="196469" y="872872"/>
                      <a:pt x="0" y="718567"/>
                      <a:pt x="0" y="445771"/>
                    </a:cubicBezTo>
                    <a:cubicBezTo>
                      <a:pt x="0" y="171450"/>
                      <a:pt x="194818" y="0"/>
                      <a:pt x="495682" y="0"/>
                    </a:cubicBezTo>
                    <a:cubicBezTo>
                      <a:pt x="835535" y="0"/>
                      <a:pt x="1003810" y="197993"/>
                      <a:pt x="1003810" y="506604"/>
                    </a:cubicBezTo>
                    <a:lnTo>
                      <a:pt x="319659" y="506604"/>
                    </a:lnTo>
                    <a:cubicBezTo>
                      <a:pt x="344552" y="595504"/>
                      <a:pt x="414783" y="665608"/>
                      <a:pt x="575311" y="665608"/>
                    </a:cubicBezTo>
                  </a:path>
                </a:pathLst>
              </a:custGeom>
              <a:solidFill>
                <a:srgbClr val="003865"/>
              </a:solidFill>
            </p:spPr>
          </p:sp>
        </p:grpSp>
        <p:grpSp>
          <p:nvGrpSpPr>
            <p:cNvPr id="27" name="Group 27"/>
            <p:cNvGrpSpPr/>
            <p:nvPr/>
          </p:nvGrpSpPr>
          <p:grpSpPr>
            <a:xfrm>
              <a:off x="1018072" y="17166"/>
              <a:ext cx="305916" cy="342156"/>
              <a:chOff x="0" y="0"/>
              <a:chExt cx="1131697" cy="1265758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1131697" cy="1265809"/>
              </a:xfrm>
              <a:custGeom>
                <a:avLst/>
                <a:gdLst/>
                <a:ahLst/>
                <a:cxnLst/>
                <a:rect l="l" t="t" r="r" b="b"/>
                <a:pathLst>
                  <a:path w="1131697" h="1265809">
                    <a:moveTo>
                      <a:pt x="1131697" y="0"/>
                    </a:moveTo>
                    <a:lnTo>
                      <a:pt x="1131697" y="703072"/>
                    </a:lnTo>
                    <a:cubicBezTo>
                      <a:pt x="1131697" y="1109980"/>
                      <a:pt x="913511" y="1265809"/>
                      <a:pt x="565785" y="1265809"/>
                    </a:cubicBezTo>
                    <a:cubicBezTo>
                      <a:pt x="218059" y="1265809"/>
                      <a:pt x="0" y="1109853"/>
                      <a:pt x="0" y="703072"/>
                    </a:cubicBezTo>
                    <a:lnTo>
                      <a:pt x="0" y="0"/>
                    </a:lnTo>
                    <a:lnTo>
                      <a:pt x="311785" y="0"/>
                    </a:lnTo>
                    <a:lnTo>
                      <a:pt x="311785" y="625094"/>
                    </a:lnTo>
                    <a:cubicBezTo>
                      <a:pt x="311785" y="891667"/>
                      <a:pt x="411607" y="993013"/>
                      <a:pt x="565912" y="993013"/>
                    </a:cubicBezTo>
                    <a:cubicBezTo>
                      <a:pt x="720217" y="993013"/>
                      <a:pt x="820039" y="891667"/>
                      <a:pt x="820039" y="625094"/>
                    </a:cubicBezTo>
                    <a:lnTo>
                      <a:pt x="820039" y="0"/>
                    </a:lnTo>
                    <a:close/>
                  </a:path>
                </a:pathLst>
              </a:custGeom>
              <a:solidFill>
                <a:srgbClr val="003865"/>
              </a:solidFill>
            </p:spPr>
          </p:sp>
        </p:grpSp>
      </p:grpSp>
      <p:grpSp>
        <p:nvGrpSpPr>
          <p:cNvPr id="29" name="Group 29"/>
          <p:cNvGrpSpPr/>
          <p:nvPr/>
        </p:nvGrpSpPr>
        <p:grpSpPr>
          <a:xfrm rot="-8235160">
            <a:off x="-1477388" y="2187913"/>
            <a:ext cx="2954777" cy="3086100"/>
            <a:chOff x="0" y="0"/>
            <a:chExt cx="571500" cy="596900"/>
          </a:xfrm>
        </p:grpSpPr>
        <p:sp>
          <p:nvSpPr>
            <p:cNvPr id="30" name="Freeform 30"/>
            <p:cNvSpPr/>
            <p:nvPr/>
          </p:nvSpPr>
          <p:spPr>
            <a:xfrm>
              <a:off x="0" y="81586"/>
              <a:ext cx="493385" cy="515314"/>
            </a:xfrm>
            <a:custGeom>
              <a:avLst/>
              <a:gdLst/>
              <a:ahLst/>
              <a:cxnLst/>
              <a:rect l="l" t="t" r="r" b="b"/>
              <a:pathLst>
                <a:path w="493385" h="515314">
                  <a:moveTo>
                    <a:pt x="435171" y="515314"/>
                  </a:moveTo>
                  <a:lnTo>
                    <a:pt x="136329" y="515314"/>
                  </a:lnTo>
                  <a:cubicBezTo>
                    <a:pt x="100172" y="515314"/>
                    <a:pt x="65496" y="500951"/>
                    <a:pt x="39930" y="475384"/>
                  </a:cubicBezTo>
                  <a:cubicBezTo>
                    <a:pt x="14363" y="449818"/>
                    <a:pt x="0" y="415142"/>
                    <a:pt x="0" y="378985"/>
                  </a:cubicBezTo>
                  <a:lnTo>
                    <a:pt x="0" y="54743"/>
                  </a:lnTo>
                  <a:cubicBezTo>
                    <a:pt x="0" y="32386"/>
                    <a:pt x="13596" y="12275"/>
                    <a:pt x="34344" y="3944"/>
                  </a:cubicBezTo>
                  <a:cubicBezTo>
                    <a:pt x="55091" y="-4387"/>
                    <a:pt x="78819" y="737"/>
                    <a:pt x="94281" y="16886"/>
                  </a:cubicBezTo>
                  <a:lnTo>
                    <a:pt x="477219" y="416842"/>
                  </a:lnTo>
                  <a:cubicBezTo>
                    <a:pt x="493343" y="433683"/>
                    <a:pt x="497863" y="458519"/>
                    <a:pt x="488708" y="479961"/>
                  </a:cubicBezTo>
                  <a:cubicBezTo>
                    <a:pt x="479552" y="501403"/>
                    <a:pt x="458486" y="515314"/>
                    <a:pt x="435171" y="515314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260350"/>
              <a:ext cx="285750" cy="3352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5891310" y="3410614"/>
            <a:ext cx="6505380" cy="1028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7"/>
              </a:lnSpc>
            </a:pPr>
            <a:r>
              <a:rPr lang="en-US" sz="2997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Estructura general de la presentación institucional: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144393" y="1885166"/>
            <a:ext cx="11999214" cy="1005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322"/>
              </a:lnSpc>
            </a:pPr>
            <a:r>
              <a:rPr lang="en-US" sz="8136" b="1">
                <a:solidFill>
                  <a:srgbClr val="003865"/>
                </a:solidFill>
                <a:latin typeface="DM Sans Bold"/>
                <a:ea typeface="DM Sans Bold"/>
                <a:cs typeface="DM Sans Bold"/>
                <a:sym typeface="DM Sans Bold"/>
              </a:rPr>
              <a:t>PROBLEMATICA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883173" y="6182929"/>
            <a:ext cx="5302836" cy="1271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404"/>
              </a:lnSpc>
            </a:pPr>
            <a:r>
              <a:rPr lang="en-US" sz="2431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Secciones: Carátula · Presentación · Índice · Contenido · Conclusiones · Referencias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964091" y="6182929"/>
            <a:ext cx="5302836" cy="1271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404"/>
              </a:lnSpc>
            </a:pPr>
            <a:r>
              <a:rPr lang="en-US" sz="2431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Cada sección es editable y reutilizable para presentaciones académicas e institucionales UPEU.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656723" y="262772"/>
            <a:ext cx="2858828" cy="551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7"/>
              </a:lnSpc>
            </a:pPr>
            <a:r>
              <a:rPr lang="en-US" sz="3486" spc="282">
                <a:solidFill>
                  <a:srgbClr val="12315F"/>
                </a:solidFill>
                <a:latin typeface="Prompt Light"/>
                <a:ea typeface="Prompt Light"/>
                <a:cs typeface="Prompt Light"/>
                <a:sym typeface="Prompt Light"/>
              </a:rPr>
              <a:t>INGENIERÍA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656723" y="683255"/>
            <a:ext cx="560542" cy="534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47"/>
              </a:lnSpc>
            </a:pPr>
            <a:r>
              <a:rPr lang="en-US" sz="3267" b="1" spc="71">
                <a:solidFill>
                  <a:srgbClr val="12315F"/>
                </a:solidFill>
                <a:latin typeface="Prompt Bold"/>
                <a:ea typeface="Prompt Bold"/>
                <a:cs typeface="Prompt Bold"/>
                <a:sym typeface="Prompt Bold"/>
              </a:rPr>
              <a:t>DE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278769" y="683255"/>
            <a:ext cx="2162639" cy="534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47"/>
              </a:lnSpc>
            </a:pPr>
            <a:r>
              <a:rPr lang="en-US" sz="3267" b="1" spc="98">
                <a:solidFill>
                  <a:srgbClr val="12315F"/>
                </a:solidFill>
                <a:latin typeface="Prompt Bold"/>
                <a:ea typeface="Prompt Bold"/>
                <a:cs typeface="Prompt Bold"/>
                <a:sym typeface="Prompt Bold"/>
              </a:rPr>
              <a:t>SISTEMAS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78860" y="1132073"/>
            <a:ext cx="1162618" cy="129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2"/>
              </a:lnSpc>
            </a:pPr>
            <a:r>
              <a:rPr lang="en-US" sz="701">
                <a:solidFill>
                  <a:srgbClr val="12315F"/>
                </a:solidFill>
                <a:latin typeface="Myriad Light"/>
                <a:ea typeface="Myriad Light"/>
                <a:cs typeface="Myriad Light"/>
                <a:sym typeface="Myriad Light"/>
              </a:rPr>
              <a:t>UNIVERSIDAD PERUANA UNIÓN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0" y="9605392"/>
            <a:ext cx="18276180" cy="695215"/>
            <a:chOff x="0" y="0"/>
            <a:chExt cx="4813480" cy="18310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813479" cy="183102"/>
            </a:xfrm>
            <a:custGeom>
              <a:avLst/>
              <a:gdLst/>
              <a:ahLst/>
              <a:cxnLst/>
              <a:rect l="l" t="t" r="r" b="b"/>
              <a:pathLst>
                <a:path w="4813479" h="183102">
                  <a:moveTo>
                    <a:pt x="0" y="0"/>
                  </a:moveTo>
                  <a:lnTo>
                    <a:pt x="4813479" y="0"/>
                  </a:lnTo>
                  <a:lnTo>
                    <a:pt x="4813479" y="183102"/>
                  </a:lnTo>
                  <a:lnTo>
                    <a:pt x="0" y="183102"/>
                  </a:lnTo>
                  <a:close/>
                </a:path>
              </a:pathLst>
            </a:custGeom>
            <a:solidFill>
              <a:srgbClr val="F8A900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4813480" cy="221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2284160" y="9809214"/>
            <a:ext cx="5825841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60"/>
              </a:lnSpc>
              <a:spcBef>
                <a:spcPct val="0"/>
              </a:spcBef>
            </a:pPr>
            <a:r>
              <a:rPr lang="en-US" sz="2300" u="none" strike="noStrike">
                <a:solidFill>
                  <a:srgbClr val="003865"/>
                </a:solidFill>
                <a:latin typeface="DM Sans"/>
                <a:ea typeface="DM Sans"/>
                <a:cs typeface="DM Sans"/>
                <a:sym typeface="DM Sans"/>
              </a:rPr>
              <a:t>XV Jornada Científica - EP. Ing. Sistemas</a:t>
            </a:r>
          </a:p>
        </p:txBody>
      </p:sp>
      <p:grpSp>
        <p:nvGrpSpPr>
          <p:cNvPr id="44" name="Group 44"/>
          <p:cNvGrpSpPr/>
          <p:nvPr/>
        </p:nvGrpSpPr>
        <p:grpSpPr>
          <a:xfrm rot="2700000">
            <a:off x="16810612" y="5579478"/>
            <a:ext cx="2954777" cy="3086100"/>
            <a:chOff x="0" y="0"/>
            <a:chExt cx="571500" cy="596900"/>
          </a:xfrm>
        </p:grpSpPr>
        <p:sp>
          <p:nvSpPr>
            <p:cNvPr id="45" name="Freeform 45"/>
            <p:cNvSpPr/>
            <p:nvPr/>
          </p:nvSpPr>
          <p:spPr>
            <a:xfrm>
              <a:off x="0" y="81586"/>
              <a:ext cx="493385" cy="515314"/>
            </a:xfrm>
            <a:custGeom>
              <a:avLst/>
              <a:gdLst/>
              <a:ahLst/>
              <a:cxnLst/>
              <a:rect l="l" t="t" r="r" b="b"/>
              <a:pathLst>
                <a:path w="493385" h="515314">
                  <a:moveTo>
                    <a:pt x="435171" y="515314"/>
                  </a:moveTo>
                  <a:lnTo>
                    <a:pt x="136329" y="515314"/>
                  </a:lnTo>
                  <a:cubicBezTo>
                    <a:pt x="100172" y="515314"/>
                    <a:pt x="65496" y="500951"/>
                    <a:pt x="39930" y="475384"/>
                  </a:cubicBezTo>
                  <a:cubicBezTo>
                    <a:pt x="14363" y="449818"/>
                    <a:pt x="0" y="415142"/>
                    <a:pt x="0" y="378985"/>
                  </a:cubicBezTo>
                  <a:lnTo>
                    <a:pt x="0" y="54743"/>
                  </a:lnTo>
                  <a:cubicBezTo>
                    <a:pt x="0" y="32386"/>
                    <a:pt x="13596" y="12275"/>
                    <a:pt x="34344" y="3944"/>
                  </a:cubicBezTo>
                  <a:cubicBezTo>
                    <a:pt x="55091" y="-4387"/>
                    <a:pt x="78819" y="737"/>
                    <a:pt x="94281" y="16886"/>
                  </a:cubicBezTo>
                  <a:lnTo>
                    <a:pt x="477219" y="416842"/>
                  </a:lnTo>
                  <a:cubicBezTo>
                    <a:pt x="493343" y="433683"/>
                    <a:pt x="497863" y="458519"/>
                    <a:pt x="488708" y="479961"/>
                  </a:cubicBezTo>
                  <a:cubicBezTo>
                    <a:pt x="479552" y="501403"/>
                    <a:pt x="458486" y="515314"/>
                    <a:pt x="435171" y="515314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0" y="260350"/>
              <a:ext cx="285750" cy="3352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7" name="Group 47"/>
          <p:cNvGrpSpPr/>
          <p:nvPr/>
        </p:nvGrpSpPr>
        <p:grpSpPr>
          <a:xfrm rot="-2700000">
            <a:off x="15127108" y="-1543050"/>
            <a:ext cx="2954777" cy="3086100"/>
            <a:chOff x="0" y="0"/>
            <a:chExt cx="571500" cy="596900"/>
          </a:xfrm>
        </p:grpSpPr>
        <p:sp>
          <p:nvSpPr>
            <p:cNvPr id="48" name="Freeform 48"/>
            <p:cNvSpPr/>
            <p:nvPr/>
          </p:nvSpPr>
          <p:spPr>
            <a:xfrm>
              <a:off x="0" y="81586"/>
              <a:ext cx="493385" cy="515314"/>
            </a:xfrm>
            <a:custGeom>
              <a:avLst/>
              <a:gdLst/>
              <a:ahLst/>
              <a:cxnLst/>
              <a:rect l="l" t="t" r="r" b="b"/>
              <a:pathLst>
                <a:path w="493385" h="515314">
                  <a:moveTo>
                    <a:pt x="435171" y="515314"/>
                  </a:moveTo>
                  <a:lnTo>
                    <a:pt x="136329" y="515314"/>
                  </a:lnTo>
                  <a:cubicBezTo>
                    <a:pt x="100172" y="515314"/>
                    <a:pt x="65496" y="500951"/>
                    <a:pt x="39930" y="475384"/>
                  </a:cubicBezTo>
                  <a:cubicBezTo>
                    <a:pt x="14363" y="449818"/>
                    <a:pt x="0" y="415142"/>
                    <a:pt x="0" y="378985"/>
                  </a:cubicBezTo>
                  <a:lnTo>
                    <a:pt x="0" y="54743"/>
                  </a:lnTo>
                  <a:cubicBezTo>
                    <a:pt x="0" y="32386"/>
                    <a:pt x="13596" y="12275"/>
                    <a:pt x="34344" y="3944"/>
                  </a:cubicBezTo>
                  <a:cubicBezTo>
                    <a:pt x="55091" y="-4387"/>
                    <a:pt x="78819" y="737"/>
                    <a:pt x="94281" y="16886"/>
                  </a:cubicBezTo>
                  <a:lnTo>
                    <a:pt x="477219" y="416842"/>
                  </a:lnTo>
                  <a:cubicBezTo>
                    <a:pt x="493343" y="433683"/>
                    <a:pt x="497863" y="458519"/>
                    <a:pt x="488708" y="479961"/>
                  </a:cubicBezTo>
                  <a:cubicBezTo>
                    <a:pt x="479552" y="501403"/>
                    <a:pt x="458486" y="515314"/>
                    <a:pt x="435171" y="515314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  <p:sp>
          <p:nvSpPr>
            <p:cNvPr id="49" name="TextBox 49"/>
            <p:cNvSpPr txBox="1"/>
            <p:nvPr/>
          </p:nvSpPr>
          <p:spPr>
            <a:xfrm>
              <a:off x="0" y="260350"/>
              <a:ext cx="285750" cy="3352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60000">
            <a:off x="9236421" y="-6213694"/>
            <a:ext cx="10694888" cy="10684506"/>
            <a:chOff x="0" y="0"/>
            <a:chExt cx="890190" cy="889326"/>
          </a:xfrm>
        </p:grpSpPr>
        <p:sp>
          <p:nvSpPr>
            <p:cNvPr id="3" name="Freeform 3"/>
            <p:cNvSpPr/>
            <p:nvPr/>
          </p:nvSpPr>
          <p:spPr>
            <a:xfrm>
              <a:off x="30005" y="29964"/>
              <a:ext cx="830180" cy="829398"/>
            </a:xfrm>
            <a:custGeom>
              <a:avLst/>
              <a:gdLst/>
              <a:ahLst/>
              <a:cxnLst/>
              <a:rect l="l" t="t" r="r" b="b"/>
              <a:pathLst>
                <a:path w="830180" h="829398">
                  <a:moveTo>
                    <a:pt x="466302" y="21198"/>
                  </a:moveTo>
                  <a:lnTo>
                    <a:pt x="808974" y="363537"/>
                  </a:lnTo>
                  <a:cubicBezTo>
                    <a:pt x="822551" y="377102"/>
                    <a:pt x="830180" y="395507"/>
                    <a:pt x="830180" y="414699"/>
                  </a:cubicBezTo>
                  <a:cubicBezTo>
                    <a:pt x="830180" y="433891"/>
                    <a:pt x="822551" y="452297"/>
                    <a:pt x="808974" y="465861"/>
                  </a:cubicBezTo>
                  <a:lnTo>
                    <a:pt x="466302" y="808200"/>
                  </a:lnTo>
                  <a:cubicBezTo>
                    <a:pt x="438010" y="836464"/>
                    <a:pt x="392170" y="836464"/>
                    <a:pt x="363879" y="808200"/>
                  </a:cubicBezTo>
                  <a:lnTo>
                    <a:pt x="21207" y="465861"/>
                  </a:lnTo>
                  <a:cubicBezTo>
                    <a:pt x="7629" y="452297"/>
                    <a:pt x="0" y="433891"/>
                    <a:pt x="0" y="414699"/>
                  </a:cubicBezTo>
                  <a:cubicBezTo>
                    <a:pt x="0" y="395507"/>
                    <a:pt x="7629" y="377102"/>
                    <a:pt x="21207" y="363537"/>
                  </a:cubicBezTo>
                  <a:lnTo>
                    <a:pt x="363879" y="21198"/>
                  </a:lnTo>
                  <a:cubicBezTo>
                    <a:pt x="392170" y="-7066"/>
                    <a:pt x="438010" y="-7066"/>
                    <a:pt x="466302" y="21198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-7951486" y="-6859967"/>
            <a:ext cx="18788758" cy="9328392"/>
            <a:chOff x="0" y="0"/>
            <a:chExt cx="1557574" cy="773317"/>
          </a:xfrm>
        </p:grpSpPr>
        <p:sp>
          <p:nvSpPr>
            <p:cNvPr id="5" name="Freeform 5"/>
            <p:cNvSpPr/>
            <p:nvPr/>
          </p:nvSpPr>
          <p:spPr>
            <a:xfrm>
              <a:off x="19862" y="0"/>
              <a:ext cx="1517850" cy="759391"/>
            </a:xfrm>
            <a:custGeom>
              <a:avLst/>
              <a:gdLst/>
              <a:ahLst/>
              <a:cxnLst/>
              <a:rect l="l" t="t" r="r" b="b"/>
              <a:pathLst>
                <a:path w="1517850" h="759391">
                  <a:moveTo>
                    <a:pt x="782901" y="749509"/>
                  </a:moveTo>
                  <a:lnTo>
                    <a:pt x="1513736" y="23807"/>
                  </a:lnTo>
                  <a:cubicBezTo>
                    <a:pt x="1517739" y="19832"/>
                    <a:pt x="1518948" y="13835"/>
                    <a:pt x="1516799" y="8619"/>
                  </a:cubicBezTo>
                  <a:cubicBezTo>
                    <a:pt x="1514649" y="3404"/>
                    <a:pt x="1509565" y="0"/>
                    <a:pt x="1503924" y="0"/>
                  </a:cubicBezTo>
                  <a:lnTo>
                    <a:pt x="13926" y="0"/>
                  </a:lnTo>
                  <a:cubicBezTo>
                    <a:pt x="8285" y="0"/>
                    <a:pt x="3201" y="3404"/>
                    <a:pt x="1051" y="8619"/>
                  </a:cubicBezTo>
                  <a:cubicBezTo>
                    <a:pt x="-1099" y="13835"/>
                    <a:pt x="111" y="19832"/>
                    <a:pt x="4114" y="23807"/>
                  </a:cubicBezTo>
                  <a:lnTo>
                    <a:pt x="734949" y="749509"/>
                  </a:lnTo>
                  <a:cubicBezTo>
                    <a:pt x="748218" y="762685"/>
                    <a:pt x="769632" y="762685"/>
                    <a:pt x="782901" y="749509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243371" y="17137"/>
              <a:ext cx="1070832" cy="39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411578" y="4310221"/>
            <a:ext cx="4292850" cy="1550117"/>
            <a:chOff x="0" y="0"/>
            <a:chExt cx="1130627" cy="40826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30627" cy="408261"/>
            </a:xfrm>
            <a:custGeom>
              <a:avLst/>
              <a:gdLst/>
              <a:ahLst/>
              <a:cxnLst/>
              <a:rect l="l" t="t" r="r" b="b"/>
              <a:pathLst>
                <a:path w="1130627" h="408261">
                  <a:moveTo>
                    <a:pt x="81155" y="0"/>
                  </a:moveTo>
                  <a:lnTo>
                    <a:pt x="1049472" y="0"/>
                  </a:lnTo>
                  <a:cubicBezTo>
                    <a:pt x="1070996" y="0"/>
                    <a:pt x="1091638" y="8550"/>
                    <a:pt x="1106857" y="23770"/>
                  </a:cubicBezTo>
                  <a:cubicBezTo>
                    <a:pt x="1122077" y="38989"/>
                    <a:pt x="1130627" y="59631"/>
                    <a:pt x="1130627" y="81155"/>
                  </a:cubicBezTo>
                  <a:lnTo>
                    <a:pt x="1130627" y="327106"/>
                  </a:lnTo>
                  <a:cubicBezTo>
                    <a:pt x="1130627" y="371927"/>
                    <a:pt x="1094293" y="408261"/>
                    <a:pt x="1049472" y="408261"/>
                  </a:cubicBezTo>
                  <a:lnTo>
                    <a:pt x="81155" y="408261"/>
                  </a:lnTo>
                  <a:cubicBezTo>
                    <a:pt x="36334" y="408261"/>
                    <a:pt x="0" y="371927"/>
                    <a:pt x="0" y="327106"/>
                  </a:cubicBezTo>
                  <a:lnTo>
                    <a:pt x="0" y="81155"/>
                  </a:lnTo>
                  <a:cubicBezTo>
                    <a:pt x="0" y="36334"/>
                    <a:pt x="36334" y="0"/>
                    <a:pt x="81155" y="0"/>
                  </a:cubicBezTo>
                  <a:close/>
                </a:path>
              </a:pathLst>
            </a:custGeom>
            <a:ln w="38100" cap="rnd">
              <a:solidFill>
                <a:srgbClr val="183685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1130627" cy="4177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1E1E1E"/>
                  </a:solidFill>
                  <a:ea typeface="+mn-lt"/>
                  <a:cs typeface="+mn-lt"/>
                  <a:sym typeface="DM Sans"/>
                </a:rPr>
                <a:t>Modelo base</a:t>
              </a:r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238143" y="4274056"/>
            <a:ext cx="4950079" cy="1586282"/>
            <a:chOff x="0" y="-9525"/>
            <a:chExt cx="1303724" cy="41778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03724" cy="408261"/>
            </a:xfrm>
            <a:custGeom>
              <a:avLst/>
              <a:gdLst/>
              <a:ahLst/>
              <a:cxnLst/>
              <a:rect l="l" t="t" r="r" b="b"/>
              <a:pathLst>
                <a:path w="1303724" h="408261">
                  <a:moveTo>
                    <a:pt x="70380" y="0"/>
                  </a:moveTo>
                  <a:lnTo>
                    <a:pt x="1233344" y="0"/>
                  </a:lnTo>
                  <a:cubicBezTo>
                    <a:pt x="1272214" y="0"/>
                    <a:pt x="1303724" y="31510"/>
                    <a:pt x="1303724" y="70380"/>
                  </a:cubicBezTo>
                  <a:lnTo>
                    <a:pt x="1303724" y="337881"/>
                  </a:lnTo>
                  <a:cubicBezTo>
                    <a:pt x="1303724" y="356547"/>
                    <a:pt x="1296309" y="374449"/>
                    <a:pt x="1283111" y="387648"/>
                  </a:cubicBezTo>
                  <a:cubicBezTo>
                    <a:pt x="1269912" y="400846"/>
                    <a:pt x="1252010" y="408261"/>
                    <a:pt x="1233344" y="408261"/>
                  </a:cubicBezTo>
                  <a:lnTo>
                    <a:pt x="70380" y="408261"/>
                  </a:lnTo>
                  <a:cubicBezTo>
                    <a:pt x="31510" y="408261"/>
                    <a:pt x="0" y="376751"/>
                    <a:pt x="0" y="337881"/>
                  </a:cubicBezTo>
                  <a:lnTo>
                    <a:pt x="0" y="70380"/>
                  </a:lnTo>
                  <a:cubicBezTo>
                    <a:pt x="0" y="31510"/>
                    <a:pt x="31510" y="0"/>
                    <a:pt x="70380" y="0"/>
                  </a:cubicBezTo>
                  <a:close/>
                </a:path>
              </a:pathLst>
            </a:custGeom>
            <a:ln w="38100" cap="rnd">
              <a:solidFill>
                <a:srgbClr val="183685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1303724" cy="4177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dirty="0">
                  <a:solidFill>
                    <a:srgbClr val="1E1E1E"/>
                  </a:solidFill>
                  <a:ea typeface="+mn-lt"/>
                  <a:cs typeface="+mn-lt"/>
                  <a:sym typeface="DM Sans"/>
                </a:rPr>
                <a:t>Pruning </a:t>
              </a:r>
              <a:r>
                <a:rPr lang="en-US" sz="3000" dirty="0" err="1">
                  <a:solidFill>
                    <a:srgbClr val="1E1E1E"/>
                  </a:solidFill>
                  <a:ea typeface="+mn-lt"/>
                  <a:cs typeface="+mn-lt"/>
                  <a:sym typeface="DM Sans"/>
                </a:rPr>
                <a:t>estructurado</a:t>
              </a:r>
              <a:endParaRPr lang="en-US" dirty="0" err="1"/>
            </a:p>
          </p:txBody>
        </p:sp>
      </p:grpSp>
      <p:sp>
        <p:nvSpPr>
          <p:cNvPr id="14" name="Freeform 14"/>
          <p:cNvSpPr/>
          <p:nvPr/>
        </p:nvSpPr>
        <p:spPr>
          <a:xfrm>
            <a:off x="2411578" y="6607354"/>
            <a:ext cx="4292850" cy="1550117"/>
          </a:xfrm>
          <a:custGeom>
            <a:avLst/>
            <a:gdLst/>
            <a:ahLst/>
            <a:cxnLst/>
            <a:rect l="l" t="t" r="r" b="b"/>
            <a:pathLst>
              <a:path w="1130627" h="408261">
                <a:moveTo>
                  <a:pt x="81155" y="0"/>
                </a:moveTo>
                <a:lnTo>
                  <a:pt x="1049472" y="0"/>
                </a:lnTo>
                <a:cubicBezTo>
                  <a:pt x="1070996" y="0"/>
                  <a:pt x="1091638" y="8550"/>
                  <a:pt x="1106857" y="23770"/>
                </a:cubicBezTo>
                <a:cubicBezTo>
                  <a:pt x="1122077" y="38989"/>
                  <a:pt x="1130627" y="59631"/>
                  <a:pt x="1130627" y="81155"/>
                </a:cubicBezTo>
                <a:lnTo>
                  <a:pt x="1130627" y="327106"/>
                </a:lnTo>
                <a:cubicBezTo>
                  <a:pt x="1130627" y="371927"/>
                  <a:pt x="1094293" y="408261"/>
                  <a:pt x="1049472" y="408261"/>
                </a:cubicBezTo>
                <a:lnTo>
                  <a:pt x="81155" y="408261"/>
                </a:lnTo>
                <a:cubicBezTo>
                  <a:pt x="36334" y="408261"/>
                  <a:pt x="0" y="371927"/>
                  <a:pt x="0" y="327106"/>
                </a:cubicBezTo>
                <a:lnTo>
                  <a:pt x="0" y="81155"/>
                </a:lnTo>
                <a:cubicBezTo>
                  <a:pt x="0" y="36334"/>
                  <a:pt x="36334" y="0"/>
                  <a:pt x="81155" y="0"/>
                </a:cubicBezTo>
                <a:close/>
              </a:path>
            </a:pathLst>
          </a:custGeom>
          <a:ln w="38100" cap="rnd">
            <a:solidFill>
              <a:srgbClr val="183685"/>
            </a:solidFill>
            <a:prstDash val="solid"/>
            <a:round/>
          </a:ln>
        </p:spPr>
      </p:sp>
      <p:sp>
        <p:nvSpPr>
          <p:cNvPr id="17" name="Freeform 17"/>
          <p:cNvSpPr/>
          <p:nvPr/>
        </p:nvSpPr>
        <p:spPr>
          <a:xfrm>
            <a:off x="8238143" y="6607354"/>
            <a:ext cx="4950079" cy="1550117"/>
          </a:xfrm>
          <a:custGeom>
            <a:avLst/>
            <a:gdLst/>
            <a:ahLst/>
            <a:cxnLst/>
            <a:rect l="l" t="t" r="r" b="b"/>
            <a:pathLst>
              <a:path w="1303724" h="408261">
                <a:moveTo>
                  <a:pt x="70380" y="0"/>
                </a:moveTo>
                <a:lnTo>
                  <a:pt x="1233344" y="0"/>
                </a:lnTo>
                <a:cubicBezTo>
                  <a:pt x="1272214" y="0"/>
                  <a:pt x="1303724" y="31510"/>
                  <a:pt x="1303724" y="70380"/>
                </a:cubicBezTo>
                <a:lnTo>
                  <a:pt x="1303724" y="337881"/>
                </a:lnTo>
                <a:cubicBezTo>
                  <a:pt x="1303724" y="356547"/>
                  <a:pt x="1296309" y="374449"/>
                  <a:pt x="1283111" y="387648"/>
                </a:cubicBezTo>
                <a:cubicBezTo>
                  <a:pt x="1269912" y="400846"/>
                  <a:pt x="1252010" y="408261"/>
                  <a:pt x="1233344" y="408261"/>
                </a:cubicBezTo>
                <a:lnTo>
                  <a:pt x="70380" y="408261"/>
                </a:lnTo>
                <a:cubicBezTo>
                  <a:pt x="31510" y="408261"/>
                  <a:pt x="0" y="376751"/>
                  <a:pt x="0" y="337881"/>
                </a:cubicBezTo>
                <a:lnTo>
                  <a:pt x="0" y="70380"/>
                </a:lnTo>
                <a:cubicBezTo>
                  <a:pt x="0" y="31510"/>
                  <a:pt x="31510" y="0"/>
                  <a:pt x="70380" y="0"/>
                </a:cubicBezTo>
                <a:close/>
              </a:path>
            </a:pathLst>
          </a:custGeom>
          <a:ln w="38100" cap="rnd">
            <a:solidFill>
              <a:srgbClr val="183685"/>
            </a:solidFill>
            <a:prstDash val="solid"/>
            <a:round/>
          </a:ln>
        </p:spPr>
      </p:sp>
      <p:sp>
        <p:nvSpPr>
          <p:cNvPr id="19" name="AutoShape 19"/>
          <p:cNvSpPr/>
          <p:nvPr/>
        </p:nvSpPr>
        <p:spPr>
          <a:xfrm>
            <a:off x="7019206" y="5118617"/>
            <a:ext cx="553357" cy="0"/>
          </a:xfrm>
          <a:prstGeom prst="line">
            <a:avLst/>
          </a:prstGeom>
          <a:ln w="66675" cap="rnd">
            <a:solidFill>
              <a:srgbClr val="183685"/>
            </a:solidFill>
            <a:prstDash val="lgDash"/>
            <a:headEnd type="none" w="sm" len="sm"/>
            <a:tailEnd type="arrow" w="med" len="sm"/>
          </a:ln>
        </p:spPr>
      </p:sp>
      <p:sp>
        <p:nvSpPr>
          <p:cNvPr id="20" name="AutoShape 20"/>
          <p:cNvSpPr/>
          <p:nvPr/>
        </p:nvSpPr>
        <p:spPr>
          <a:xfrm>
            <a:off x="10417906" y="6019307"/>
            <a:ext cx="0" cy="429078"/>
          </a:xfrm>
          <a:prstGeom prst="line">
            <a:avLst/>
          </a:prstGeom>
          <a:ln w="66675" cap="rnd">
            <a:solidFill>
              <a:srgbClr val="183685"/>
            </a:solidFill>
            <a:prstDash val="lgDash"/>
            <a:headEnd type="none" w="sm" len="sm"/>
            <a:tailEnd type="arrow" w="med" len="sm"/>
          </a:ln>
        </p:spPr>
      </p:sp>
      <p:sp>
        <p:nvSpPr>
          <p:cNvPr id="21" name="AutoShape 21"/>
          <p:cNvSpPr/>
          <p:nvPr/>
        </p:nvSpPr>
        <p:spPr>
          <a:xfrm flipH="1">
            <a:off x="7019206" y="7415750"/>
            <a:ext cx="553357" cy="0"/>
          </a:xfrm>
          <a:prstGeom prst="line">
            <a:avLst/>
          </a:prstGeom>
          <a:ln w="66675" cap="rnd">
            <a:solidFill>
              <a:srgbClr val="183685"/>
            </a:solidFill>
            <a:prstDash val="lgDash"/>
            <a:headEnd type="none" w="sm" len="sm"/>
            <a:tailEnd type="arrow" w="med" len="sm"/>
          </a:ln>
        </p:spPr>
      </p:sp>
      <p:grpSp>
        <p:nvGrpSpPr>
          <p:cNvPr id="22" name="Group 22"/>
          <p:cNvGrpSpPr/>
          <p:nvPr/>
        </p:nvGrpSpPr>
        <p:grpSpPr>
          <a:xfrm>
            <a:off x="1938800" y="4574402"/>
            <a:ext cx="1021755" cy="1021755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47078" y="47078"/>
              <a:ext cx="718644" cy="718644"/>
            </a:xfrm>
            <a:custGeom>
              <a:avLst/>
              <a:gdLst/>
              <a:ahLst/>
              <a:cxnLst/>
              <a:rect l="l" t="t" r="r" b="b"/>
              <a:pathLst>
                <a:path w="718644" h="718644">
                  <a:moveTo>
                    <a:pt x="439689" y="33289"/>
                  </a:moveTo>
                  <a:lnTo>
                    <a:pt x="685355" y="278955"/>
                  </a:lnTo>
                  <a:cubicBezTo>
                    <a:pt x="706670" y="300270"/>
                    <a:pt x="718644" y="329179"/>
                    <a:pt x="718644" y="359322"/>
                  </a:cubicBezTo>
                  <a:cubicBezTo>
                    <a:pt x="718644" y="389466"/>
                    <a:pt x="706670" y="418374"/>
                    <a:pt x="685355" y="439689"/>
                  </a:cubicBezTo>
                  <a:lnTo>
                    <a:pt x="439689" y="685355"/>
                  </a:lnTo>
                  <a:cubicBezTo>
                    <a:pt x="418374" y="706670"/>
                    <a:pt x="389466" y="718644"/>
                    <a:pt x="359322" y="718644"/>
                  </a:cubicBezTo>
                  <a:cubicBezTo>
                    <a:pt x="329179" y="718644"/>
                    <a:pt x="300270" y="706670"/>
                    <a:pt x="278955" y="685355"/>
                  </a:cubicBezTo>
                  <a:lnTo>
                    <a:pt x="33289" y="439689"/>
                  </a:lnTo>
                  <a:cubicBezTo>
                    <a:pt x="11974" y="418374"/>
                    <a:pt x="0" y="389466"/>
                    <a:pt x="0" y="359322"/>
                  </a:cubicBezTo>
                  <a:cubicBezTo>
                    <a:pt x="0" y="329179"/>
                    <a:pt x="11974" y="300270"/>
                    <a:pt x="33289" y="278955"/>
                  </a:cubicBezTo>
                  <a:lnTo>
                    <a:pt x="278955" y="33289"/>
                  </a:lnTo>
                  <a:cubicBezTo>
                    <a:pt x="300270" y="11974"/>
                    <a:pt x="329179" y="0"/>
                    <a:pt x="359322" y="0"/>
                  </a:cubicBezTo>
                  <a:cubicBezTo>
                    <a:pt x="389466" y="0"/>
                    <a:pt x="418374" y="11974"/>
                    <a:pt x="439689" y="33289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r>
                <a:rPr lang="en-US" sz="1800">
                  <a:solidFill>
                    <a:srgbClr val="F7F7F7"/>
                  </a:solidFill>
                  <a:latin typeface="Open Sauce"/>
                  <a:ea typeface="Open Sauce"/>
                  <a:cs typeface="Open Sauce"/>
                  <a:sym typeface="Open Sauce"/>
                </a:rPr>
                <a:t>01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765366" y="4574402"/>
            <a:ext cx="1021755" cy="1021755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47078" y="47078"/>
              <a:ext cx="718644" cy="718644"/>
            </a:xfrm>
            <a:custGeom>
              <a:avLst/>
              <a:gdLst/>
              <a:ahLst/>
              <a:cxnLst/>
              <a:rect l="l" t="t" r="r" b="b"/>
              <a:pathLst>
                <a:path w="718644" h="718644">
                  <a:moveTo>
                    <a:pt x="439689" y="33289"/>
                  </a:moveTo>
                  <a:lnTo>
                    <a:pt x="685355" y="278955"/>
                  </a:lnTo>
                  <a:cubicBezTo>
                    <a:pt x="706670" y="300270"/>
                    <a:pt x="718644" y="329179"/>
                    <a:pt x="718644" y="359322"/>
                  </a:cubicBezTo>
                  <a:cubicBezTo>
                    <a:pt x="718644" y="389466"/>
                    <a:pt x="706670" y="418374"/>
                    <a:pt x="685355" y="439689"/>
                  </a:cubicBezTo>
                  <a:lnTo>
                    <a:pt x="439689" y="685355"/>
                  </a:lnTo>
                  <a:cubicBezTo>
                    <a:pt x="418374" y="706670"/>
                    <a:pt x="389466" y="718644"/>
                    <a:pt x="359322" y="718644"/>
                  </a:cubicBezTo>
                  <a:cubicBezTo>
                    <a:pt x="329179" y="718644"/>
                    <a:pt x="300270" y="706670"/>
                    <a:pt x="278955" y="685355"/>
                  </a:cubicBezTo>
                  <a:lnTo>
                    <a:pt x="33289" y="439689"/>
                  </a:lnTo>
                  <a:cubicBezTo>
                    <a:pt x="11974" y="418374"/>
                    <a:pt x="0" y="389466"/>
                    <a:pt x="0" y="359322"/>
                  </a:cubicBezTo>
                  <a:cubicBezTo>
                    <a:pt x="0" y="329179"/>
                    <a:pt x="11974" y="300270"/>
                    <a:pt x="33289" y="278955"/>
                  </a:cubicBezTo>
                  <a:lnTo>
                    <a:pt x="278955" y="33289"/>
                  </a:lnTo>
                  <a:cubicBezTo>
                    <a:pt x="300270" y="11974"/>
                    <a:pt x="329179" y="0"/>
                    <a:pt x="359322" y="0"/>
                  </a:cubicBezTo>
                  <a:cubicBezTo>
                    <a:pt x="389466" y="0"/>
                    <a:pt x="418374" y="11974"/>
                    <a:pt x="439689" y="33289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r>
                <a:rPr lang="en-US" sz="1800">
                  <a:solidFill>
                    <a:srgbClr val="F7F7F7"/>
                  </a:solidFill>
                  <a:latin typeface="Open Sauce"/>
                  <a:ea typeface="Open Sauce"/>
                  <a:cs typeface="Open Sauce"/>
                  <a:sym typeface="Open Sauce"/>
                </a:rPr>
                <a:t>02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938800" y="6936663"/>
            <a:ext cx="1021755" cy="1021755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47078" y="47078"/>
              <a:ext cx="718644" cy="718644"/>
            </a:xfrm>
            <a:custGeom>
              <a:avLst/>
              <a:gdLst/>
              <a:ahLst/>
              <a:cxnLst/>
              <a:rect l="l" t="t" r="r" b="b"/>
              <a:pathLst>
                <a:path w="718644" h="718644">
                  <a:moveTo>
                    <a:pt x="439689" y="33289"/>
                  </a:moveTo>
                  <a:lnTo>
                    <a:pt x="685355" y="278955"/>
                  </a:lnTo>
                  <a:cubicBezTo>
                    <a:pt x="706670" y="300270"/>
                    <a:pt x="718644" y="329179"/>
                    <a:pt x="718644" y="359322"/>
                  </a:cubicBezTo>
                  <a:cubicBezTo>
                    <a:pt x="718644" y="389466"/>
                    <a:pt x="706670" y="418374"/>
                    <a:pt x="685355" y="439689"/>
                  </a:cubicBezTo>
                  <a:lnTo>
                    <a:pt x="439689" y="685355"/>
                  </a:lnTo>
                  <a:cubicBezTo>
                    <a:pt x="418374" y="706670"/>
                    <a:pt x="389466" y="718644"/>
                    <a:pt x="359322" y="718644"/>
                  </a:cubicBezTo>
                  <a:cubicBezTo>
                    <a:pt x="329179" y="718644"/>
                    <a:pt x="300270" y="706670"/>
                    <a:pt x="278955" y="685355"/>
                  </a:cubicBezTo>
                  <a:lnTo>
                    <a:pt x="33289" y="439689"/>
                  </a:lnTo>
                  <a:cubicBezTo>
                    <a:pt x="11974" y="418374"/>
                    <a:pt x="0" y="389466"/>
                    <a:pt x="0" y="359322"/>
                  </a:cubicBezTo>
                  <a:cubicBezTo>
                    <a:pt x="0" y="329179"/>
                    <a:pt x="11974" y="300270"/>
                    <a:pt x="33289" y="278955"/>
                  </a:cubicBezTo>
                  <a:lnTo>
                    <a:pt x="278955" y="33289"/>
                  </a:lnTo>
                  <a:cubicBezTo>
                    <a:pt x="300270" y="11974"/>
                    <a:pt x="329179" y="0"/>
                    <a:pt x="359322" y="0"/>
                  </a:cubicBezTo>
                  <a:cubicBezTo>
                    <a:pt x="389466" y="0"/>
                    <a:pt x="418374" y="11974"/>
                    <a:pt x="439689" y="33289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r>
                <a:rPr lang="en-US" sz="1800">
                  <a:solidFill>
                    <a:srgbClr val="F7F7F7"/>
                  </a:solidFill>
                  <a:latin typeface="Open Sauce"/>
                  <a:ea typeface="Open Sauce"/>
                  <a:cs typeface="Open Sauce"/>
                  <a:sym typeface="Open Sauce"/>
                </a:rPr>
                <a:t>04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765366" y="6936663"/>
            <a:ext cx="1021755" cy="1021755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47078" y="47078"/>
              <a:ext cx="718644" cy="718644"/>
            </a:xfrm>
            <a:custGeom>
              <a:avLst/>
              <a:gdLst/>
              <a:ahLst/>
              <a:cxnLst/>
              <a:rect l="l" t="t" r="r" b="b"/>
              <a:pathLst>
                <a:path w="718644" h="718644">
                  <a:moveTo>
                    <a:pt x="439689" y="33289"/>
                  </a:moveTo>
                  <a:lnTo>
                    <a:pt x="685355" y="278955"/>
                  </a:lnTo>
                  <a:cubicBezTo>
                    <a:pt x="706670" y="300270"/>
                    <a:pt x="718644" y="329179"/>
                    <a:pt x="718644" y="359322"/>
                  </a:cubicBezTo>
                  <a:cubicBezTo>
                    <a:pt x="718644" y="389466"/>
                    <a:pt x="706670" y="418374"/>
                    <a:pt x="685355" y="439689"/>
                  </a:cubicBezTo>
                  <a:lnTo>
                    <a:pt x="439689" y="685355"/>
                  </a:lnTo>
                  <a:cubicBezTo>
                    <a:pt x="418374" y="706670"/>
                    <a:pt x="389466" y="718644"/>
                    <a:pt x="359322" y="718644"/>
                  </a:cubicBezTo>
                  <a:cubicBezTo>
                    <a:pt x="329179" y="718644"/>
                    <a:pt x="300270" y="706670"/>
                    <a:pt x="278955" y="685355"/>
                  </a:cubicBezTo>
                  <a:lnTo>
                    <a:pt x="33289" y="439689"/>
                  </a:lnTo>
                  <a:cubicBezTo>
                    <a:pt x="11974" y="418374"/>
                    <a:pt x="0" y="389466"/>
                    <a:pt x="0" y="359322"/>
                  </a:cubicBezTo>
                  <a:cubicBezTo>
                    <a:pt x="0" y="329179"/>
                    <a:pt x="11974" y="300270"/>
                    <a:pt x="33289" y="278955"/>
                  </a:cubicBezTo>
                  <a:lnTo>
                    <a:pt x="278955" y="33289"/>
                  </a:lnTo>
                  <a:cubicBezTo>
                    <a:pt x="300270" y="11974"/>
                    <a:pt x="329179" y="0"/>
                    <a:pt x="359322" y="0"/>
                  </a:cubicBezTo>
                  <a:cubicBezTo>
                    <a:pt x="389466" y="0"/>
                    <a:pt x="418374" y="11974"/>
                    <a:pt x="439689" y="33289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r>
                <a:rPr lang="en-US" sz="1800">
                  <a:solidFill>
                    <a:srgbClr val="F7F7F7"/>
                  </a:solidFill>
                  <a:latin typeface="Open Sauce"/>
                  <a:ea typeface="Open Sauce"/>
                  <a:cs typeface="Open Sauce"/>
                  <a:sym typeface="Open Sauce"/>
                </a:rPr>
                <a:t>03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5177259" y="582950"/>
            <a:ext cx="7454541" cy="7454541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28392" y="28392"/>
              <a:ext cx="756016" cy="756016"/>
            </a:xfrm>
            <a:custGeom>
              <a:avLst/>
              <a:gdLst/>
              <a:ahLst/>
              <a:cxnLst/>
              <a:rect l="l" t="t" r="r" b="b"/>
              <a:pathLst>
                <a:path w="756016" h="756016">
                  <a:moveTo>
                    <a:pt x="426476" y="20076"/>
                  </a:moveTo>
                  <a:lnTo>
                    <a:pt x="735940" y="329540"/>
                  </a:lnTo>
                  <a:cubicBezTo>
                    <a:pt x="762708" y="356308"/>
                    <a:pt x="762708" y="399708"/>
                    <a:pt x="735940" y="426476"/>
                  </a:cubicBezTo>
                  <a:lnTo>
                    <a:pt x="426476" y="735940"/>
                  </a:lnTo>
                  <a:cubicBezTo>
                    <a:pt x="399708" y="762708"/>
                    <a:pt x="356308" y="762708"/>
                    <a:pt x="329540" y="735940"/>
                  </a:cubicBezTo>
                  <a:lnTo>
                    <a:pt x="20076" y="426476"/>
                  </a:lnTo>
                  <a:cubicBezTo>
                    <a:pt x="-6692" y="399708"/>
                    <a:pt x="-6692" y="356308"/>
                    <a:pt x="20076" y="329540"/>
                  </a:cubicBezTo>
                  <a:lnTo>
                    <a:pt x="329540" y="20076"/>
                  </a:lnTo>
                  <a:cubicBezTo>
                    <a:pt x="356308" y="-6692"/>
                    <a:pt x="399708" y="-6692"/>
                    <a:pt x="426476" y="20076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 rot="-2608573">
            <a:off x="17088347" y="7603043"/>
            <a:ext cx="1371544" cy="1371544"/>
            <a:chOff x="0" y="0"/>
            <a:chExt cx="361230" cy="36123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61230" cy="361230"/>
            </a:xfrm>
            <a:custGeom>
              <a:avLst/>
              <a:gdLst/>
              <a:ahLst/>
              <a:cxnLst/>
              <a:rect l="l" t="t" r="r" b="b"/>
              <a:pathLst>
                <a:path w="361230" h="361230">
                  <a:moveTo>
                    <a:pt x="141117" y="0"/>
                  </a:moveTo>
                  <a:lnTo>
                    <a:pt x="220113" y="0"/>
                  </a:lnTo>
                  <a:cubicBezTo>
                    <a:pt x="298050" y="0"/>
                    <a:pt x="361230" y="63180"/>
                    <a:pt x="361230" y="141117"/>
                  </a:cubicBezTo>
                  <a:lnTo>
                    <a:pt x="361230" y="220113"/>
                  </a:lnTo>
                  <a:cubicBezTo>
                    <a:pt x="361230" y="298050"/>
                    <a:pt x="298050" y="361230"/>
                    <a:pt x="220113" y="361230"/>
                  </a:cubicBezTo>
                  <a:lnTo>
                    <a:pt x="141117" y="361230"/>
                  </a:lnTo>
                  <a:cubicBezTo>
                    <a:pt x="63180" y="361230"/>
                    <a:pt x="0" y="298050"/>
                    <a:pt x="0" y="220113"/>
                  </a:cubicBezTo>
                  <a:lnTo>
                    <a:pt x="0" y="141117"/>
                  </a:lnTo>
                  <a:cubicBezTo>
                    <a:pt x="0" y="63180"/>
                    <a:pt x="63180" y="0"/>
                    <a:pt x="141117" y="0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361230" cy="399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2327637" y="2223716"/>
            <a:ext cx="8599715" cy="1566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65"/>
              </a:lnSpc>
            </a:pPr>
            <a:r>
              <a:rPr lang="en-US" sz="6628" b="1">
                <a:solidFill>
                  <a:srgbClr val="003865"/>
                </a:solidFill>
                <a:latin typeface="DM Sans Bold"/>
                <a:ea typeface="DM Sans Bold"/>
                <a:cs typeface="DM Sans Bold"/>
                <a:sym typeface="DM Sans Bold"/>
              </a:rPr>
              <a:t>METODOLOGÍA</a:t>
            </a:r>
          </a:p>
          <a:p>
            <a:pPr marL="0" lvl="0" indent="0" algn="l">
              <a:lnSpc>
                <a:spcPts val="5965"/>
              </a:lnSpc>
            </a:pPr>
            <a:r>
              <a:rPr lang="en-US" sz="6628" b="1">
                <a:solidFill>
                  <a:srgbClr val="003865"/>
                </a:solidFill>
                <a:latin typeface="DM Sans Bold"/>
                <a:ea typeface="DM Sans Bold"/>
                <a:cs typeface="DM Sans Bold"/>
                <a:sym typeface="DM Sans Bold"/>
              </a:rPr>
              <a:t>DE TRABAJO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13679937" y="264617"/>
            <a:ext cx="4236691" cy="1017667"/>
            <a:chOff x="0" y="0"/>
            <a:chExt cx="5648921" cy="1356890"/>
          </a:xfrm>
        </p:grpSpPr>
        <p:sp>
          <p:nvSpPr>
            <p:cNvPr id="42" name="AutoShape 42"/>
            <p:cNvSpPr/>
            <p:nvPr/>
          </p:nvSpPr>
          <p:spPr>
            <a:xfrm flipV="1">
              <a:off x="1676475" y="63164"/>
              <a:ext cx="0" cy="1089969"/>
            </a:xfrm>
            <a:prstGeom prst="line">
              <a:avLst/>
            </a:prstGeom>
            <a:ln w="24169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351121" y="0"/>
              <a:ext cx="847915" cy="777489"/>
              <a:chOff x="0" y="0"/>
              <a:chExt cx="1791183" cy="1642402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286132" y="63429"/>
                <a:ext cx="1151836" cy="829127"/>
              </a:xfrm>
              <a:custGeom>
                <a:avLst/>
                <a:gdLst/>
                <a:ahLst/>
                <a:cxnLst/>
                <a:rect l="l" t="t" r="r" b="b"/>
                <a:pathLst>
                  <a:path w="1151836" h="829127">
                    <a:moveTo>
                      <a:pt x="0" y="829127"/>
                    </a:moveTo>
                    <a:cubicBezTo>
                      <a:pt x="762" y="780866"/>
                      <a:pt x="17653" y="742386"/>
                      <a:pt x="52197" y="720923"/>
                    </a:cubicBezTo>
                    <a:cubicBezTo>
                      <a:pt x="83185" y="701619"/>
                      <a:pt x="95885" y="675584"/>
                      <a:pt x="107442" y="645612"/>
                    </a:cubicBezTo>
                    <a:cubicBezTo>
                      <a:pt x="172339" y="476575"/>
                      <a:pt x="237364" y="307538"/>
                      <a:pt x="302134" y="138374"/>
                    </a:cubicBezTo>
                    <a:cubicBezTo>
                      <a:pt x="315342" y="103830"/>
                      <a:pt x="328804" y="69286"/>
                      <a:pt x="340615" y="34234"/>
                    </a:cubicBezTo>
                    <a:cubicBezTo>
                      <a:pt x="348108" y="11628"/>
                      <a:pt x="357379" y="-1072"/>
                      <a:pt x="385573" y="71"/>
                    </a:cubicBezTo>
                    <a:cubicBezTo>
                      <a:pt x="449200" y="2738"/>
                      <a:pt x="512954" y="960"/>
                      <a:pt x="580138" y="960"/>
                    </a:cubicBezTo>
                    <a:cubicBezTo>
                      <a:pt x="531369" y="197937"/>
                      <a:pt x="482982" y="392628"/>
                      <a:pt x="433579" y="592145"/>
                    </a:cubicBezTo>
                    <a:cubicBezTo>
                      <a:pt x="540894" y="567634"/>
                      <a:pt x="642876" y="544520"/>
                      <a:pt x="744476" y="520136"/>
                    </a:cubicBezTo>
                    <a:cubicBezTo>
                      <a:pt x="750064" y="518866"/>
                      <a:pt x="757430" y="504134"/>
                      <a:pt x="755779" y="497530"/>
                    </a:cubicBezTo>
                    <a:cubicBezTo>
                      <a:pt x="718949" y="346146"/>
                      <a:pt x="681103" y="195016"/>
                      <a:pt x="643511" y="43759"/>
                    </a:cubicBezTo>
                    <a:cubicBezTo>
                      <a:pt x="640209" y="30551"/>
                      <a:pt x="638050" y="17216"/>
                      <a:pt x="634748" y="960"/>
                    </a:cubicBezTo>
                    <a:cubicBezTo>
                      <a:pt x="706249" y="960"/>
                      <a:pt x="776734" y="452"/>
                      <a:pt x="847219" y="1849"/>
                    </a:cubicBezTo>
                    <a:cubicBezTo>
                      <a:pt x="854077" y="1976"/>
                      <a:pt x="863856" y="13279"/>
                      <a:pt x="867031" y="21407"/>
                    </a:cubicBezTo>
                    <a:cubicBezTo>
                      <a:pt x="919101" y="154630"/>
                      <a:pt x="970410" y="287980"/>
                      <a:pt x="1022988" y="424251"/>
                    </a:cubicBezTo>
                    <a:cubicBezTo>
                      <a:pt x="1073407" y="399613"/>
                      <a:pt x="1113412" y="365069"/>
                      <a:pt x="1141098" y="313253"/>
                    </a:cubicBezTo>
                    <a:cubicBezTo>
                      <a:pt x="1161545" y="359735"/>
                      <a:pt x="1151258" y="410154"/>
                      <a:pt x="1123191" y="442793"/>
                    </a:cubicBezTo>
                    <a:cubicBezTo>
                      <a:pt x="1068200" y="506674"/>
                      <a:pt x="991746" y="531312"/>
                      <a:pt x="916053" y="552521"/>
                    </a:cubicBezTo>
                    <a:cubicBezTo>
                      <a:pt x="769876" y="593415"/>
                      <a:pt x="622048" y="628594"/>
                      <a:pt x="474473" y="664662"/>
                    </a:cubicBezTo>
                    <a:cubicBezTo>
                      <a:pt x="338329" y="697936"/>
                      <a:pt x="200152" y="724352"/>
                      <a:pt x="72136" y="784804"/>
                    </a:cubicBezTo>
                    <a:cubicBezTo>
                      <a:pt x="48641" y="795979"/>
                      <a:pt x="27559" y="811982"/>
                      <a:pt x="127" y="828999"/>
                    </a:cubicBezTo>
                  </a:path>
                </a:pathLst>
              </a:custGeom>
              <a:solidFill>
                <a:srgbClr val="003865"/>
              </a:solidFill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160529" y="921131"/>
                <a:ext cx="567311" cy="657733"/>
              </a:xfrm>
              <a:custGeom>
                <a:avLst/>
                <a:gdLst/>
                <a:ahLst/>
                <a:cxnLst/>
                <a:rect l="l" t="t" r="r" b="b"/>
                <a:pathLst>
                  <a:path w="567311" h="657733">
                    <a:moveTo>
                      <a:pt x="567184" y="657732"/>
                    </a:moveTo>
                    <a:cubicBezTo>
                      <a:pt x="523369" y="650112"/>
                      <a:pt x="483363" y="642492"/>
                      <a:pt x="442977" y="636142"/>
                    </a:cubicBezTo>
                    <a:cubicBezTo>
                      <a:pt x="380239" y="626363"/>
                      <a:pt x="317374" y="616965"/>
                      <a:pt x="254382" y="608456"/>
                    </a:cubicBezTo>
                    <a:cubicBezTo>
                      <a:pt x="216409" y="603376"/>
                      <a:pt x="177928" y="602106"/>
                      <a:pt x="140463" y="594994"/>
                    </a:cubicBezTo>
                    <a:cubicBezTo>
                      <a:pt x="129922" y="592962"/>
                      <a:pt x="116714" y="577976"/>
                      <a:pt x="113793" y="566546"/>
                    </a:cubicBezTo>
                    <a:cubicBezTo>
                      <a:pt x="90171" y="476122"/>
                      <a:pt x="68961" y="385063"/>
                      <a:pt x="46482" y="294258"/>
                    </a:cubicBezTo>
                    <a:cubicBezTo>
                      <a:pt x="31369" y="232917"/>
                      <a:pt x="15367" y="171703"/>
                      <a:pt x="0" y="111505"/>
                    </a:cubicBezTo>
                    <a:cubicBezTo>
                      <a:pt x="103505" y="74802"/>
                      <a:pt x="206884" y="38227"/>
                      <a:pt x="314707" y="0"/>
                    </a:cubicBezTo>
                    <a:cubicBezTo>
                      <a:pt x="396368" y="212724"/>
                      <a:pt x="481078" y="433196"/>
                      <a:pt x="567311" y="657732"/>
                    </a:cubicBezTo>
                  </a:path>
                </a:pathLst>
              </a:custGeom>
              <a:solidFill>
                <a:srgbClr val="003865"/>
              </a:solidFill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13698" y="602615"/>
                <a:ext cx="1465957" cy="768223"/>
              </a:xfrm>
              <a:custGeom>
                <a:avLst/>
                <a:gdLst/>
                <a:ahLst/>
                <a:cxnLst/>
                <a:rect l="l" t="t" r="r" b="b"/>
                <a:pathLst>
                  <a:path w="1465957" h="768223">
                    <a:moveTo>
                      <a:pt x="856" y="768222"/>
                    </a:moveTo>
                    <a:cubicBezTo>
                      <a:pt x="856" y="749934"/>
                      <a:pt x="-1303" y="731392"/>
                      <a:pt x="1237" y="713485"/>
                    </a:cubicBezTo>
                    <a:cubicBezTo>
                      <a:pt x="14699" y="617600"/>
                      <a:pt x="77438" y="556132"/>
                      <a:pt x="154400" y="508761"/>
                    </a:cubicBezTo>
                    <a:cubicBezTo>
                      <a:pt x="269716" y="437768"/>
                      <a:pt x="400145" y="406653"/>
                      <a:pt x="530321" y="376173"/>
                    </a:cubicBezTo>
                    <a:cubicBezTo>
                      <a:pt x="636493" y="351282"/>
                      <a:pt x="742665" y="326136"/>
                      <a:pt x="848203" y="298323"/>
                    </a:cubicBezTo>
                    <a:cubicBezTo>
                      <a:pt x="971520" y="265684"/>
                      <a:pt x="1095472" y="234569"/>
                      <a:pt x="1216250" y="194056"/>
                    </a:cubicBezTo>
                    <a:cubicBezTo>
                      <a:pt x="1314548" y="161036"/>
                      <a:pt x="1404972" y="110744"/>
                      <a:pt x="1451581" y="0"/>
                    </a:cubicBezTo>
                    <a:cubicBezTo>
                      <a:pt x="1470378" y="44450"/>
                      <a:pt x="1468092" y="83058"/>
                      <a:pt x="1459709" y="121412"/>
                    </a:cubicBezTo>
                    <a:cubicBezTo>
                      <a:pt x="1440405" y="210058"/>
                      <a:pt x="1374492" y="258699"/>
                      <a:pt x="1297022" y="285115"/>
                    </a:cubicBezTo>
                    <a:cubicBezTo>
                      <a:pt x="1146908" y="336296"/>
                      <a:pt x="994380" y="380364"/>
                      <a:pt x="841980" y="424052"/>
                    </a:cubicBezTo>
                    <a:cubicBezTo>
                      <a:pt x="661385" y="475741"/>
                      <a:pt x="479394" y="522604"/>
                      <a:pt x="298799" y="574166"/>
                    </a:cubicBezTo>
                    <a:cubicBezTo>
                      <a:pt x="213455" y="598550"/>
                      <a:pt x="136239" y="641349"/>
                      <a:pt x="68929" y="699642"/>
                    </a:cubicBezTo>
                    <a:cubicBezTo>
                      <a:pt x="46322" y="719327"/>
                      <a:pt x="28796" y="744854"/>
                      <a:pt x="8857" y="767714"/>
                    </a:cubicBezTo>
                    <a:cubicBezTo>
                      <a:pt x="6190" y="767841"/>
                      <a:pt x="3523" y="767968"/>
                      <a:pt x="856" y="768095"/>
                    </a:cubicBezTo>
                  </a:path>
                </a:pathLst>
              </a:custGeom>
              <a:solidFill>
                <a:srgbClr val="003865"/>
              </a:solidFill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91335" y="477393"/>
                <a:ext cx="1319675" cy="635127"/>
              </a:xfrm>
              <a:custGeom>
                <a:avLst/>
                <a:gdLst/>
                <a:ahLst/>
                <a:cxnLst/>
                <a:rect l="l" t="t" r="r" b="b"/>
                <a:pathLst>
                  <a:path w="1319675" h="635127">
                    <a:moveTo>
                      <a:pt x="11866" y="634999"/>
                    </a:moveTo>
                    <a:cubicBezTo>
                      <a:pt x="-8581" y="601852"/>
                      <a:pt x="-1342" y="556640"/>
                      <a:pt x="23931" y="521334"/>
                    </a:cubicBezTo>
                    <a:cubicBezTo>
                      <a:pt x="67365" y="460374"/>
                      <a:pt x="130611" y="427735"/>
                      <a:pt x="197921" y="407669"/>
                    </a:cubicBezTo>
                    <a:cubicBezTo>
                      <a:pt x="326445" y="369188"/>
                      <a:pt x="457002" y="337311"/>
                      <a:pt x="587177" y="304673"/>
                    </a:cubicBezTo>
                    <a:cubicBezTo>
                      <a:pt x="766502" y="259715"/>
                      <a:pt x="949763" y="228981"/>
                      <a:pt x="1122611" y="160274"/>
                    </a:cubicBezTo>
                    <a:cubicBezTo>
                      <a:pt x="1195763" y="131191"/>
                      <a:pt x="1259136" y="87376"/>
                      <a:pt x="1296474" y="14224"/>
                    </a:cubicBezTo>
                    <a:cubicBezTo>
                      <a:pt x="1298887" y="9398"/>
                      <a:pt x="1302697" y="5207"/>
                      <a:pt x="1306380" y="0"/>
                    </a:cubicBezTo>
                    <a:cubicBezTo>
                      <a:pt x="1335590" y="52578"/>
                      <a:pt x="1313238" y="132207"/>
                      <a:pt x="1272598" y="177165"/>
                    </a:cubicBezTo>
                    <a:cubicBezTo>
                      <a:pt x="1215321" y="240284"/>
                      <a:pt x="1139883" y="270510"/>
                      <a:pt x="1061270" y="292100"/>
                    </a:cubicBezTo>
                    <a:cubicBezTo>
                      <a:pt x="914838" y="332359"/>
                      <a:pt x="767264" y="368426"/>
                      <a:pt x="620197" y="406526"/>
                    </a:cubicBezTo>
                    <a:cubicBezTo>
                      <a:pt x="491165" y="440054"/>
                      <a:pt x="361498" y="471550"/>
                      <a:pt x="233481" y="508507"/>
                    </a:cubicBezTo>
                    <a:cubicBezTo>
                      <a:pt x="150423" y="532383"/>
                      <a:pt x="72572" y="569340"/>
                      <a:pt x="11993" y="635126"/>
                    </a:cubicBezTo>
                  </a:path>
                </a:pathLst>
              </a:custGeom>
              <a:solidFill>
                <a:srgbClr val="003865"/>
              </a:solidFill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3373" y="1179321"/>
                <a:ext cx="524258" cy="398907"/>
              </a:xfrm>
              <a:custGeom>
                <a:avLst/>
                <a:gdLst/>
                <a:ahLst/>
                <a:cxnLst/>
                <a:rect l="l" t="t" r="r" b="b"/>
                <a:pathLst>
                  <a:path w="524258" h="398907">
                    <a:moveTo>
                      <a:pt x="127" y="398907"/>
                    </a:moveTo>
                    <a:cubicBezTo>
                      <a:pt x="26543" y="274320"/>
                      <a:pt x="88646" y="178943"/>
                      <a:pt x="201296" y="117094"/>
                    </a:cubicBezTo>
                    <a:cubicBezTo>
                      <a:pt x="301499" y="62103"/>
                      <a:pt x="409703" y="33274"/>
                      <a:pt x="524258" y="0"/>
                    </a:cubicBezTo>
                    <a:cubicBezTo>
                      <a:pt x="516257" y="35687"/>
                      <a:pt x="510161" y="65786"/>
                      <a:pt x="502795" y="95504"/>
                    </a:cubicBezTo>
                    <a:cubicBezTo>
                      <a:pt x="485523" y="165354"/>
                      <a:pt x="467108" y="235077"/>
                      <a:pt x="450343" y="305054"/>
                    </a:cubicBezTo>
                    <a:cubicBezTo>
                      <a:pt x="444755" y="328549"/>
                      <a:pt x="433198" y="336550"/>
                      <a:pt x="408179" y="339090"/>
                    </a:cubicBezTo>
                    <a:cubicBezTo>
                      <a:pt x="324486" y="347472"/>
                      <a:pt x="240920" y="359029"/>
                      <a:pt x="157735" y="371094"/>
                    </a:cubicBezTo>
                    <a:cubicBezTo>
                      <a:pt x="104775" y="378714"/>
                      <a:pt x="52324" y="389636"/>
                      <a:pt x="0" y="398907"/>
                    </a:cubicBezTo>
                  </a:path>
                </a:pathLst>
              </a:custGeom>
              <a:solidFill>
                <a:srgbClr val="003865"/>
              </a:solidFill>
            </p:spPr>
          </p:sp>
        </p:grpSp>
        <p:grpSp>
          <p:nvGrpSpPr>
            <p:cNvPr id="49" name="Group 49"/>
            <p:cNvGrpSpPr/>
            <p:nvPr/>
          </p:nvGrpSpPr>
          <p:grpSpPr>
            <a:xfrm>
              <a:off x="113085" y="794655"/>
              <a:ext cx="305916" cy="342156"/>
              <a:chOff x="0" y="0"/>
              <a:chExt cx="1131697" cy="1265758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1131697" cy="1265809"/>
              </a:xfrm>
              <a:custGeom>
                <a:avLst/>
                <a:gdLst/>
                <a:ahLst/>
                <a:cxnLst/>
                <a:rect l="l" t="t" r="r" b="b"/>
                <a:pathLst>
                  <a:path w="1131697" h="1265809">
                    <a:moveTo>
                      <a:pt x="1131697" y="0"/>
                    </a:moveTo>
                    <a:lnTo>
                      <a:pt x="1131697" y="703072"/>
                    </a:lnTo>
                    <a:cubicBezTo>
                      <a:pt x="1131697" y="1109980"/>
                      <a:pt x="913511" y="1265809"/>
                      <a:pt x="565785" y="1265809"/>
                    </a:cubicBezTo>
                    <a:cubicBezTo>
                      <a:pt x="218059" y="1265809"/>
                      <a:pt x="0" y="1109853"/>
                      <a:pt x="0" y="703072"/>
                    </a:cubicBezTo>
                    <a:lnTo>
                      <a:pt x="0" y="0"/>
                    </a:lnTo>
                    <a:lnTo>
                      <a:pt x="311785" y="0"/>
                    </a:lnTo>
                    <a:lnTo>
                      <a:pt x="311785" y="625094"/>
                    </a:lnTo>
                    <a:cubicBezTo>
                      <a:pt x="311785" y="891667"/>
                      <a:pt x="411607" y="993013"/>
                      <a:pt x="565912" y="993013"/>
                    </a:cubicBezTo>
                    <a:cubicBezTo>
                      <a:pt x="720217" y="993013"/>
                      <a:pt x="820039" y="891667"/>
                      <a:pt x="820039" y="625094"/>
                    </a:cubicBezTo>
                    <a:lnTo>
                      <a:pt x="820039" y="0"/>
                    </a:lnTo>
                    <a:close/>
                  </a:path>
                </a:pathLst>
              </a:custGeom>
              <a:solidFill>
                <a:srgbClr val="003865"/>
              </a:solidFill>
            </p:spPr>
          </p:sp>
        </p:grpSp>
        <p:grpSp>
          <p:nvGrpSpPr>
            <p:cNvPr id="51" name="Group 51"/>
            <p:cNvGrpSpPr/>
            <p:nvPr/>
          </p:nvGrpSpPr>
          <p:grpSpPr>
            <a:xfrm>
              <a:off x="465058" y="777489"/>
              <a:ext cx="641120" cy="375643"/>
              <a:chOff x="0" y="0"/>
              <a:chExt cx="2371738" cy="1389647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63500" y="63500"/>
                <a:ext cx="1130175" cy="1247142"/>
              </a:xfrm>
              <a:custGeom>
                <a:avLst/>
                <a:gdLst/>
                <a:ahLst/>
                <a:cxnLst/>
                <a:rect l="l" t="t" r="r" b="b"/>
                <a:pathLst>
                  <a:path w="1130175" h="1247142">
                    <a:moveTo>
                      <a:pt x="815215" y="453645"/>
                    </a:moveTo>
                    <a:cubicBezTo>
                      <a:pt x="815215" y="349251"/>
                      <a:pt x="748159" y="280671"/>
                      <a:pt x="578232" y="280671"/>
                    </a:cubicBezTo>
                    <a:lnTo>
                      <a:pt x="311786" y="280671"/>
                    </a:lnTo>
                    <a:lnTo>
                      <a:pt x="311786" y="612649"/>
                    </a:lnTo>
                    <a:lnTo>
                      <a:pt x="578359" y="612649"/>
                    </a:lnTo>
                    <a:cubicBezTo>
                      <a:pt x="748286" y="612649"/>
                      <a:pt x="815342" y="545593"/>
                      <a:pt x="815342" y="453645"/>
                    </a:cubicBezTo>
                    <a:moveTo>
                      <a:pt x="1130176" y="452121"/>
                    </a:moveTo>
                    <a:cubicBezTo>
                      <a:pt x="1130176" y="798197"/>
                      <a:pt x="849632" y="893320"/>
                      <a:pt x="562738" y="893320"/>
                    </a:cubicBezTo>
                    <a:lnTo>
                      <a:pt x="311786" y="893320"/>
                    </a:lnTo>
                    <a:lnTo>
                      <a:pt x="311786" y="1247142"/>
                    </a:lnTo>
                    <a:lnTo>
                      <a:pt x="0" y="1247142"/>
                    </a:lnTo>
                    <a:lnTo>
                      <a:pt x="0" y="0"/>
                    </a:lnTo>
                    <a:lnTo>
                      <a:pt x="547117" y="0"/>
                    </a:lnTo>
                    <a:cubicBezTo>
                      <a:pt x="818390" y="0"/>
                      <a:pt x="1130049" y="81026"/>
                      <a:pt x="1130049" y="452121"/>
                    </a:cubicBezTo>
                  </a:path>
                </a:pathLst>
              </a:custGeom>
              <a:solidFill>
                <a:srgbClr val="003865"/>
              </a:solidFill>
            </p:spPr>
          </p:sp>
          <p:sp>
            <p:nvSpPr>
              <p:cNvPr id="53" name="Freeform 53"/>
              <p:cNvSpPr/>
              <p:nvPr/>
            </p:nvSpPr>
            <p:spPr>
              <a:xfrm>
                <a:off x="1304293" y="453264"/>
                <a:ext cx="1003810" cy="872872"/>
              </a:xfrm>
              <a:custGeom>
                <a:avLst/>
                <a:gdLst/>
                <a:ahLst/>
                <a:cxnLst/>
                <a:rect l="l" t="t" r="r" b="b"/>
                <a:pathLst>
                  <a:path w="1003810" h="872872">
                    <a:moveTo>
                      <a:pt x="313436" y="374015"/>
                    </a:moveTo>
                    <a:lnTo>
                      <a:pt x="701549" y="374015"/>
                    </a:lnTo>
                    <a:cubicBezTo>
                      <a:pt x="685928" y="271145"/>
                      <a:pt x="625222" y="225933"/>
                      <a:pt x="495809" y="225933"/>
                    </a:cubicBezTo>
                    <a:cubicBezTo>
                      <a:pt x="391414" y="228981"/>
                      <a:pt x="329057" y="277368"/>
                      <a:pt x="313436" y="374015"/>
                    </a:cubicBezTo>
                    <a:moveTo>
                      <a:pt x="575311" y="665608"/>
                    </a:moveTo>
                    <a:cubicBezTo>
                      <a:pt x="715646" y="665608"/>
                      <a:pt x="851282" y="625095"/>
                      <a:pt x="969647" y="582931"/>
                    </a:cubicBezTo>
                    <a:lnTo>
                      <a:pt x="969647" y="805816"/>
                    </a:lnTo>
                    <a:cubicBezTo>
                      <a:pt x="891669" y="847853"/>
                      <a:pt x="737363" y="872872"/>
                      <a:pt x="573660" y="872872"/>
                    </a:cubicBezTo>
                    <a:cubicBezTo>
                      <a:pt x="196469" y="872872"/>
                      <a:pt x="0" y="718567"/>
                      <a:pt x="0" y="445771"/>
                    </a:cubicBezTo>
                    <a:cubicBezTo>
                      <a:pt x="0" y="171450"/>
                      <a:pt x="194818" y="0"/>
                      <a:pt x="495682" y="0"/>
                    </a:cubicBezTo>
                    <a:cubicBezTo>
                      <a:pt x="835535" y="0"/>
                      <a:pt x="1003810" y="197993"/>
                      <a:pt x="1003810" y="506604"/>
                    </a:cubicBezTo>
                    <a:lnTo>
                      <a:pt x="319659" y="506604"/>
                    </a:lnTo>
                    <a:cubicBezTo>
                      <a:pt x="344552" y="595504"/>
                      <a:pt x="414783" y="665608"/>
                      <a:pt x="575311" y="665608"/>
                    </a:cubicBezTo>
                  </a:path>
                </a:pathLst>
              </a:custGeom>
              <a:solidFill>
                <a:srgbClr val="003865"/>
              </a:solidFill>
            </p:spPr>
          </p:sp>
        </p:grpSp>
        <p:grpSp>
          <p:nvGrpSpPr>
            <p:cNvPr id="54" name="Group 54"/>
            <p:cNvGrpSpPr/>
            <p:nvPr/>
          </p:nvGrpSpPr>
          <p:grpSpPr>
            <a:xfrm>
              <a:off x="1131156" y="794655"/>
              <a:ext cx="305916" cy="342156"/>
              <a:chOff x="0" y="0"/>
              <a:chExt cx="1131697" cy="1265758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1131697" cy="1265809"/>
              </a:xfrm>
              <a:custGeom>
                <a:avLst/>
                <a:gdLst/>
                <a:ahLst/>
                <a:cxnLst/>
                <a:rect l="l" t="t" r="r" b="b"/>
                <a:pathLst>
                  <a:path w="1131697" h="1265809">
                    <a:moveTo>
                      <a:pt x="1131697" y="0"/>
                    </a:moveTo>
                    <a:lnTo>
                      <a:pt x="1131697" y="703072"/>
                    </a:lnTo>
                    <a:cubicBezTo>
                      <a:pt x="1131697" y="1109980"/>
                      <a:pt x="913511" y="1265809"/>
                      <a:pt x="565785" y="1265809"/>
                    </a:cubicBezTo>
                    <a:cubicBezTo>
                      <a:pt x="218059" y="1265809"/>
                      <a:pt x="0" y="1109853"/>
                      <a:pt x="0" y="703072"/>
                    </a:cubicBezTo>
                    <a:lnTo>
                      <a:pt x="0" y="0"/>
                    </a:lnTo>
                    <a:lnTo>
                      <a:pt x="311785" y="0"/>
                    </a:lnTo>
                    <a:lnTo>
                      <a:pt x="311785" y="625094"/>
                    </a:lnTo>
                    <a:cubicBezTo>
                      <a:pt x="311785" y="891667"/>
                      <a:pt x="411607" y="993013"/>
                      <a:pt x="565912" y="993013"/>
                    </a:cubicBezTo>
                    <a:cubicBezTo>
                      <a:pt x="720217" y="993013"/>
                      <a:pt x="820039" y="891667"/>
                      <a:pt x="820039" y="625094"/>
                    </a:cubicBezTo>
                    <a:lnTo>
                      <a:pt x="820039" y="0"/>
                    </a:lnTo>
                    <a:close/>
                  </a:path>
                </a:pathLst>
              </a:custGeom>
              <a:solidFill>
                <a:srgbClr val="003865"/>
              </a:solidFill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837151" y="34589"/>
              <a:ext cx="3811770" cy="7256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17"/>
                </a:lnSpc>
              </a:pPr>
              <a:r>
                <a:rPr lang="en-US" sz="3486" spc="282">
                  <a:solidFill>
                    <a:srgbClr val="12315F"/>
                  </a:solidFill>
                  <a:latin typeface="Prompt Light"/>
                  <a:ea typeface="Prompt Light"/>
                  <a:cs typeface="Prompt Light"/>
                  <a:sym typeface="Prompt Light"/>
                </a:rPr>
                <a:t>INGENIERÍA 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837151" y="598407"/>
              <a:ext cx="747389" cy="7004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47"/>
                </a:lnSpc>
              </a:pPr>
              <a:r>
                <a:rPr lang="en-US" sz="3267" b="1" spc="71">
                  <a:solidFill>
                    <a:srgbClr val="12315F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DE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666546" y="598407"/>
              <a:ext cx="2883518" cy="7004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47"/>
                </a:lnSpc>
              </a:pPr>
              <a:r>
                <a:rPr lang="en-US" sz="3267" b="1" spc="98">
                  <a:solidFill>
                    <a:srgbClr val="12315F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SISTEMAS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1193657"/>
              <a:ext cx="1550157" cy="1632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82"/>
                </a:lnSpc>
              </a:pPr>
              <a:r>
                <a:rPr lang="en-US" sz="701">
                  <a:solidFill>
                    <a:srgbClr val="12315F"/>
                  </a:solidFill>
                  <a:latin typeface="Myriad Light"/>
                  <a:ea typeface="Myriad Light"/>
                  <a:cs typeface="Myriad Light"/>
                  <a:sym typeface="Myriad Light"/>
                </a:rPr>
                <a:t>UNIVERSIDAD PERUANA UNIÓN</a:t>
              </a:r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211033" y="9815512"/>
            <a:ext cx="5825841" cy="342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60"/>
              </a:lnSpc>
              <a:spcBef>
                <a:spcPct val="0"/>
              </a:spcBef>
            </a:pPr>
            <a:r>
              <a:rPr lang="en-US" sz="2300" u="none" strike="noStrike">
                <a:solidFill>
                  <a:srgbClr val="003865"/>
                </a:solidFill>
                <a:latin typeface="DM Sans"/>
                <a:ea typeface="DM Sans"/>
                <a:cs typeface="DM Sans"/>
                <a:sym typeface="DM Sans"/>
              </a:rPr>
              <a:t>XVII Jornada Científica - EP. Ing. Sistemas</a:t>
            </a:r>
          </a:p>
        </p:txBody>
      </p:sp>
      <p:sp>
        <p:nvSpPr>
          <p:cNvPr id="68" name="TextBox 12">
            <a:extLst>
              <a:ext uri="{FF2B5EF4-FFF2-40B4-BE49-F238E27FC236}">
                <a16:creationId xmlns:a16="http://schemas.microsoft.com/office/drawing/2014/main" id="{023A315F-EF63-4827-53B1-249A77356D9D}"/>
              </a:ext>
            </a:extLst>
          </p:cNvPr>
          <p:cNvSpPr txBox="1"/>
          <p:nvPr/>
        </p:nvSpPr>
        <p:spPr>
          <a:xfrm>
            <a:off x="8281686" y="6576385"/>
            <a:ext cx="4950079" cy="158628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1E1E1E"/>
                </a:solidFill>
                <a:ea typeface="+mn-lt"/>
                <a:cs typeface="+mn-lt"/>
                <a:sym typeface="DM Sans"/>
              </a:rPr>
              <a:t>Fine-tuning de </a:t>
            </a:r>
            <a:endParaRPr lang="en-US">
              <a:solidFill>
                <a:srgbClr val="000000"/>
              </a:solidFill>
              <a:ea typeface="+mn-lt"/>
              <a:cs typeface="+mn-lt"/>
              <a:sym typeface="DM Sans"/>
            </a:endParaRPr>
          </a:p>
          <a:p>
            <a:pPr algn="ctr">
              <a:lnSpc>
                <a:spcPts val="3600"/>
              </a:lnSpc>
            </a:pPr>
            <a:r>
              <a:rPr lang="en-US" sz="3000" err="1">
                <a:solidFill>
                  <a:srgbClr val="1E1E1E"/>
                </a:solidFill>
                <a:ea typeface="+mn-lt"/>
                <a:cs typeface="+mn-lt"/>
                <a:sym typeface="DM Sans"/>
              </a:rPr>
              <a:t>recuperación</a:t>
            </a:r>
            <a:endParaRPr lang="en-US" err="1">
              <a:ea typeface="Calibri"/>
              <a:cs typeface="Calibri"/>
            </a:endParaRPr>
          </a:p>
        </p:txBody>
      </p:sp>
      <p:sp>
        <p:nvSpPr>
          <p:cNvPr id="69" name="TextBox 12">
            <a:extLst>
              <a:ext uri="{FF2B5EF4-FFF2-40B4-BE49-F238E27FC236}">
                <a16:creationId xmlns:a16="http://schemas.microsoft.com/office/drawing/2014/main" id="{F9ACA1C6-7CC0-8659-5BAC-896EBDBD437B}"/>
              </a:ext>
            </a:extLst>
          </p:cNvPr>
          <p:cNvSpPr txBox="1"/>
          <p:nvPr/>
        </p:nvSpPr>
        <p:spPr>
          <a:xfrm>
            <a:off x="2417006" y="6603598"/>
            <a:ext cx="4310544" cy="153185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600"/>
              </a:lnSpc>
            </a:pPr>
            <a:r>
              <a:rPr lang="en-US" sz="3000" err="1">
                <a:solidFill>
                  <a:srgbClr val="1E1E1E"/>
                </a:solidFill>
                <a:ea typeface="+mn-lt"/>
                <a:cs typeface="+mn-lt"/>
                <a:sym typeface="DM Sans"/>
              </a:rPr>
              <a:t>Cuantización</a:t>
            </a:r>
            <a:endParaRPr lang="en-US" err="1"/>
          </a:p>
        </p:txBody>
      </p:sp>
      <p:sp>
        <p:nvSpPr>
          <p:cNvPr id="70" name="Freeform 17">
            <a:extLst>
              <a:ext uri="{FF2B5EF4-FFF2-40B4-BE49-F238E27FC236}">
                <a16:creationId xmlns:a16="http://schemas.microsoft.com/office/drawing/2014/main" id="{4866D520-EDFD-C454-D97C-E8C6E8D74AEB}"/>
              </a:ext>
            </a:extLst>
          </p:cNvPr>
          <p:cNvSpPr/>
          <p:nvPr/>
        </p:nvSpPr>
        <p:spPr>
          <a:xfrm>
            <a:off x="5312607" y="8267425"/>
            <a:ext cx="4950079" cy="1550117"/>
          </a:xfrm>
          <a:custGeom>
            <a:avLst/>
            <a:gdLst/>
            <a:ahLst/>
            <a:cxnLst/>
            <a:rect l="l" t="t" r="r" b="b"/>
            <a:pathLst>
              <a:path w="1303724" h="408261">
                <a:moveTo>
                  <a:pt x="70380" y="0"/>
                </a:moveTo>
                <a:lnTo>
                  <a:pt x="1233344" y="0"/>
                </a:lnTo>
                <a:cubicBezTo>
                  <a:pt x="1272214" y="0"/>
                  <a:pt x="1303724" y="31510"/>
                  <a:pt x="1303724" y="70380"/>
                </a:cubicBezTo>
                <a:lnTo>
                  <a:pt x="1303724" y="337881"/>
                </a:lnTo>
                <a:cubicBezTo>
                  <a:pt x="1303724" y="356547"/>
                  <a:pt x="1296309" y="374449"/>
                  <a:pt x="1283111" y="387648"/>
                </a:cubicBezTo>
                <a:cubicBezTo>
                  <a:pt x="1269912" y="400846"/>
                  <a:pt x="1252010" y="408261"/>
                  <a:pt x="1233344" y="408261"/>
                </a:cubicBezTo>
                <a:lnTo>
                  <a:pt x="70380" y="408261"/>
                </a:lnTo>
                <a:cubicBezTo>
                  <a:pt x="31510" y="408261"/>
                  <a:pt x="0" y="376751"/>
                  <a:pt x="0" y="337881"/>
                </a:cubicBezTo>
                <a:lnTo>
                  <a:pt x="0" y="70380"/>
                </a:lnTo>
                <a:cubicBezTo>
                  <a:pt x="0" y="31510"/>
                  <a:pt x="31510" y="0"/>
                  <a:pt x="70380" y="0"/>
                </a:cubicBezTo>
                <a:close/>
              </a:path>
            </a:pathLst>
          </a:custGeom>
          <a:ln w="38100" cap="rnd">
            <a:solidFill>
              <a:srgbClr val="183685"/>
            </a:solidFill>
            <a:prstDash val="solid"/>
            <a:round/>
          </a:ln>
        </p:spPr>
      </p:sp>
      <p:grpSp>
        <p:nvGrpSpPr>
          <p:cNvPr id="71" name="Group 31">
            <a:extLst>
              <a:ext uri="{FF2B5EF4-FFF2-40B4-BE49-F238E27FC236}">
                <a16:creationId xmlns:a16="http://schemas.microsoft.com/office/drawing/2014/main" id="{6F0FA930-F764-8F6B-2917-1C92FA00EAA1}"/>
              </a:ext>
            </a:extLst>
          </p:cNvPr>
          <p:cNvGrpSpPr/>
          <p:nvPr/>
        </p:nvGrpSpPr>
        <p:grpSpPr>
          <a:xfrm>
            <a:off x="4899011" y="8655915"/>
            <a:ext cx="903393" cy="903393"/>
            <a:chOff x="47078" y="47078"/>
            <a:chExt cx="718644" cy="718644"/>
          </a:xfrm>
        </p:grpSpPr>
        <p:sp>
          <p:nvSpPr>
            <p:cNvPr id="72" name="Freeform 32">
              <a:extLst>
                <a:ext uri="{FF2B5EF4-FFF2-40B4-BE49-F238E27FC236}">
                  <a16:creationId xmlns:a16="http://schemas.microsoft.com/office/drawing/2014/main" id="{35B22210-9A8E-FEED-9833-AEBD6B528AD9}"/>
                </a:ext>
              </a:extLst>
            </p:cNvPr>
            <p:cNvSpPr/>
            <p:nvPr/>
          </p:nvSpPr>
          <p:spPr>
            <a:xfrm>
              <a:off x="47078" y="47078"/>
              <a:ext cx="718644" cy="718644"/>
            </a:xfrm>
            <a:custGeom>
              <a:avLst/>
              <a:gdLst/>
              <a:ahLst/>
              <a:cxnLst/>
              <a:rect l="l" t="t" r="r" b="b"/>
              <a:pathLst>
                <a:path w="718644" h="718644">
                  <a:moveTo>
                    <a:pt x="439689" y="33289"/>
                  </a:moveTo>
                  <a:lnTo>
                    <a:pt x="685355" y="278955"/>
                  </a:lnTo>
                  <a:cubicBezTo>
                    <a:pt x="706670" y="300270"/>
                    <a:pt x="718644" y="329179"/>
                    <a:pt x="718644" y="359322"/>
                  </a:cubicBezTo>
                  <a:cubicBezTo>
                    <a:pt x="718644" y="389466"/>
                    <a:pt x="706670" y="418374"/>
                    <a:pt x="685355" y="439689"/>
                  </a:cubicBezTo>
                  <a:lnTo>
                    <a:pt x="439689" y="685355"/>
                  </a:lnTo>
                  <a:cubicBezTo>
                    <a:pt x="418374" y="706670"/>
                    <a:pt x="389466" y="718644"/>
                    <a:pt x="359322" y="718644"/>
                  </a:cubicBezTo>
                  <a:cubicBezTo>
                    <a:pt x="329179" y="718644"/>
                    <a:pt x="300270" y="706670"/>
                    <a:pt x="278955" y="685355"/>
                  </a:cubicBezTo>
                  <a:lnTo>
                    <a:pt x="33289" y="439689"/>
                  </a:lnTo>
                  <a:cubicBezTo>
                    <a:pt x="11974" y="418374"/>
                    <a:pt x="0" y="389466"/>
                    <a:pt x="0" y="359322"/>
                  </a:cubicBezTo>
                  <a:cubicBezTo>
                    <a:pt x="0" y="329179"/>
                    <a:pt x="11974" y="300270"/>
                    <a:pt x="33289" y="278955"/>
                  </a:cubicBezTo>
                  <a:lnTo>
                    <a:pt x="278955" y="33289"/>
                  </a:lnTo>
                  <a:cubicBezTo>
                    <a:pt x="300270" y="11974"/>
                    <a:pt x="329179" y="0"/>
                    <a:pt x="359322" y="0"/>
                  </a:cubicBezTo>
                  <a:cubicBezTo>
                    <a:pt x="389466" y="0"/>
                    <a:pt x="418374" y="11974"/>
                    <a:pt x="439689" y="33289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  <p:sp>
          <p:nvSpPr>
            <p:cNvPr id="73" name="TextBox 33">
              <a:extLst>
                <a:ext uri="{FF2B5EF4-FFF2-40B4-BE49-F238E27FC236}">
                  <a16:creationId xmlns:a16="http://schemas.microsoft.com/office/drawing/2014/main" id="{989F40B0-1ADC-F528-C376-3FAA99CE0258}"/>
                </a:ext>
              </a:extLst>
            </p:cNvPr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r>
                <a:rPr lang="en-US">
                  <a:solidFill>
                    <a:srgbClr val="F7F7F7"/>
                  </a:solidFill>
                  <a:latin typeface="Open Sauce"/>
                  <a:ea typeface="Open Sauce"/>
                  <a:cs typeface="Open Sauce"/>
                  <a:sym typeface="Open Sauce"/>
                </a:rPr>
                <a:t>05</a:t>
              </a:r>
              <a:endParaRPr lang="en-US" sz="1800">
                <a:solidFill>
                  <a:srgbClr val="F7F7F7"/>
                </a:solidFill>
                <a:latin typeface="Open Sauce"/>
                <a:ea typeface="Open Sauce"/>
                <a:cs typeface="Open Sauce"/>
                <a:sym typeface="Open Sauce"/>
              </a:endParaRPr>
            </a:p>
          </p:txBody>
        </p:sp>
      </p:grpSp>
      <p:sp>
        <p:nvSpPr>
          <p:cNvPr id="74" name="TextBox 12">
            <a:extLst>
              <a:ext uri="{FF2B5EF4-FFF2-40B4-BE49-F238E27FC236}">
                <a16:creationId xmlns:a16="http://schemas.microsoft.com/office/drawing/2014/main" id="{40D66579-C6AF-6C0F-06F1-A12F03445D40}"/>
              </a:ext>
            </a:extLst>
          </p:cNvPr>
          <p:cNvSpPr txBox="1"/>
          <p:nvPr/>
        </p:nvSpPr>
        <p:spPr>
          <a:xfrm>
            <a:off x="5356150" y="8236456"/>
            <a:ext cx="4950079" cy="158628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600"/>
              </a:lnSpc>
            </a:pPr>
            <a:r>
              <a:rPr lang="en-US" sz="3000" err="1">
                <a:solidFill>
                  <a:srgbClr val="1E1E1E"/>
                </a:solidFill>
                <a:ea typeface="+mn-lt"/>
                <a:cs typeface="+mn-lt"/>
              </a:rPr>
              <a:t>Validación</a:t>
            </a:r>
            <a:r>
              <a:rPr lang="en-US" sz="3000">
                <a:solidFill>
                  <a:srgbClr val="1E1E1E"/>
                </a:solidFill>
                <a:ea typeface="+mn-lt"/>
                <a:cs typeface="+mn-lt"/>
              </a:rPr>
              <a:t> </a:t>
            </a:r>
            <a:r>
              <a:rPr lang="en-US" sz="3000" err="1">
                <a:solidFill>
                  <a:srgbClr val="1E1E1E"/>
                </a:solidFill>
                <a:ea typeface="+mn-lt"/>
                <a:cs typeface="+mn-lt"/>
              </a:rPr>
              <a:t>estadística</a:t>
            </a:r>
            <a:endParaRPr lang="en-US" err="1"/>
          </a:p>
        </p:txBody>
      </p:sp>
      <p:sp>
        <p:nvSpPr>
          <p:cNvPr id="76" name="AutoShape 21">
            <a:extLst>
              <a:ext uri="{FF2B5EF4-FFF2-40B4-BE49-F238E27FC236}">
                <a16:creationId xmlns:a16="http://schemas.microsoft.com/office/drawing/2014/main" id="{AFBDDFCE-E9C4-3D38-6FEB-0715434F26A7}"/>
              </a:ext>
            </a:extLst>
          </p:cNvPr>
          <p:cNvSpPr/>
          <p:nvPr/>
        </p:nvSpPr>
        <p:spPr>
          <a:xfrm>
            <a:off x="4163444" y="8438176"/>
            <a:ext cx="457200" cy="342966"/>
          </a:xfrm>
          <a:prstGeom prst="line">
            <a:avLst/>
          </a:prstGeom>
          <a:ln w="66675" cap="rnd">
            <a:solidFill>
              <a:srgbClr val="183685"/>
            </a:solidFill>
            <a:prstDash val="lgDash"/>
            <a:headEnd type="none" w="sm" len="sm"/>
            <a:tailEnd type="arrow" w="med" len="sm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B04F46-6ECE-7C43-125F-FC69B0D0A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2E1FB8F-1699-2C51-39FE-ECBAECF2AAC6}"/>
              </a:ext>
            </a:extLst>
          </p:cNvPr>
          <p:cNvGrpSpPr/>
          <p:nvPr/>
        </p:nvGrpSpPr>
        <p:grpSpPr>
          <a:xfrm rot="60000">
            <a:off x="9236421" y="-6213694"/>
            <a:ext cx="10694888" cy="10684506"/>
            <a:chOff x="0" y="0"/>
            <a:chExt cx="890190" cy="88932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33237CC-6E6C-70C3-D641-04C315A5D3B7}"/>
                </a:ext>
              </a:extLst>
            </p:cNvPr>
            <p:cNvSpPr/>
            <p:nvPr/>
          </p:nvSpPr>
          <p:spPr>
            <a:xfrm>
              <a:off x="30005" y="29964"/>
              <a:ext cx="830180" cy="829398"/>
            </a:xfrm>
            <a:custGeom>
              <a:avLst/>
              <a:gdLst/>
              <a:ahLst/>
              <a:cxnLst/>
              <a:rect l="l" t="t" r="r" b="b"/>
              <a:pathLst>
                <a:path w="830180" h="829398">
                  <a:moveTo>
                    <a:pt x="466302" y="21198"/>
                  </a:moveTo>
                  <a:lnTo>
                    <a:pt x="808974" y="363537"/>
                  </a:lnTo>
                  <a:cubicBezTo>
                    <a:pt x="822551" y="377102"/>
                    <a:pt x="830180" y="395507"/>
                    <a:pt x="830180" y="414699"/>
                  </a:cubicBezTo>
                  <a:cubicBezTo>
                    <a:pt x="830180" y="433891"/>
                    <a:pt x="822551" y="452297"/>
                    <a:pt x="808974" y="465861"/>
                  </a:cubicBezTo>
                  <a:lnTo>
                    <a:pt x="466302" y="808200"/>
                  </a:lnTo>
                  <a:cubicBezTo>
                    <a:pt x="438010" y="836464"/>
                    <a:pt x="392170" y="836464"/>
                    <a:pt x="363879" y="808200"/>
                  </a:cubicBezTo>
                  <a:lnTo>
                    <a:pt x="21207" y="465861"/>
                  </a:lnTo>
                  <a:cubicBezTo>
                    <a:pt x="7629" y="452297"/>
                    <a:pt x="0" y="433891"/>
                    <a:pt x="0" y="414699"/>
                  </a:cubicBezTo>
                  <a:cubicBezTo>
                    <a:pt x="0" y="395507"/>
                    <a:pt x="7629" y="377102"/>
                    <a:pt x="21207" y="363537"/>
                  </a:cubicBezTo>
                  <a:lnTo>
                    <a:pt x="363879" y="21198"/>
                  </a:lnTo>
                  <a:cubicBezTo>
                    <a:pt x="392170" y="-7066"/>
                    <a:pt x="438010" y="-7066"/>
                    <a:pt x="466302" y="21198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7A6575C0-B5EF-4015-71F7-609BE66730EC}"/>
              </a:ext>
            </a:extLst>
          </p:cNvPr>
          <p:cNvGrpSpPr/>
          <p:nvPr/>
        </p:nvGrpSpPr>
        <p:grpSpPr>
          <a:xfrm>
            <a:off x="-7951486" y="-6859967"/>
            <a:ext cx="18788758" cy="9328392"/>
            <a:chOff x="0" y="0"/>
            <a:chExt cx="1557574" cy="773317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6476971-19D9-E8CB-07AC-F38DEC1A1D27}"/>
                </a:ext>
              </a:extLst>
            </p:cNvPr>
            <p:cNvSpPr/>
            <p:nvPr/>
          </p:nvSpPr>
          <p:spPr>
            <a:xfrm>
              <a:off x="19862" y="0"/>
              <a:ext cx="1517850" cy="759391"/>
            </a:xfrm>
            <a:custGeom>
              <a:avLst/>
              <a:gdLst/>
              <a:ahLst/>
              <a:cxnLst/>
              <a:rect l="l" t="t" r="r" b="b"/>
              <a:pathLst>
                <a:path w="1517850" h="759391">
                  <a:moveTo>
                    <a:pt x="782901" y="749509"/>
                  </a:moveTo>
                  <a:lnTo>
                    <a:pt x="1513736" y="23807"/>
                  </a:lnTo>
                  <a:cubicBezTo>
                    <a:pt x="1517739" y="19832"/>
                    <a:pt x="1518948" y="13835"/>
                    <a:pt x="1516799" y="8619"/>
                  </a:cubicBezTo>
                  <a:cubicBezTo>
                    <a:pt x="1514649" y="3404"/>
                    <a:pt x="1509565" y="0"/>
                    <a:pt x="1503924" y="0"/>
                  </a:cubicBezTo>
                  <a:lnTo>
                    <a:pt x="13926" y="0"/>
                  </a:lnTo>
                  <a:cubicBezTo>
                    <a:pt x="8285" y="0"/>
                    <a:pt x="3201" y="3404"/>
                    <a:pt x="1051" y="8619"/>
                  </a:cubicBezTo>
                  <a:cubicBezTo>
                    <a:pt x="-1099" y="13835"/>
                    <a:pt x="111" y="19832"/>
                    <a:pt x="4114" y="23807"/>
                  </a:cubicBezTo>
                  <a:lnTo>
                    <a:pt x="734949" y="749509"/>
                  </a:lnTo>
                  <a:cubicBezTo>
                    <a:pt x="748218" y="762685"/>
                    <a:pt x="769632" y="762685"/>
                    <a:pt x="782901" y="749509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2F3CFB2-B254-11D7-99DD-B61FAA3738DE}"/>
                </a:ext>
              </a:extLst>
            </p:cNvPr>
            <p:cNvSpPr txBox="1"/>
            <p:nvPr/>
          </p:nvSpPr>
          <p:spPr>
            <a:xfrm>
              <a:off x="243371" y="17137"/>
              <a:ext cx="1070832" cy="39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4" name="Group 34">
            <a:extLst>
              <a:ext uri="{FF2B5EF4-FFF2-40B4-BE49-F238E27FC236}">
                <a16:creationId xmlns:a16="http://schemas.microsoft.com/office/drawing/2014/main" id="{31B30398-D6B3-8427-8813-373A37FFB23B}"/>
              </a:ext>
            </a:extLst>
          </p:cNvPr>
          <p:cNvGrpSpPr/>
          <p:nvPr/>
        </p:nvGrpSpPr>
        <p:grpSpPr>
          <a:xfrm>
            <a:off x="15177259" y="582950"/>
            <a:ext cx="7454541" cy="7454541"/>
            <a:chOff x="0" y="0"/>
            <a:chExt cx="812800" cy="812800"/>
          </a:xfrm>
        </p:grpSpPr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D6830C16-4E1D-CDAF-198D-3265AE00C732}"/>
                </a:ext>
              </a:extLst>
            </p:cNvPr>
            <p:cNvSpPr/>
            <p:nvPr/>
          </p:nvSpPr>
          <p:spPr>
            <a:xfrm>
              <a:off x="28392" y="28392"/>
              <a:ext cx="756016" cy="756016"/>
            </a:xfrm>
            <a:custGeom>
              <a:avLst/>
              <a:gdLst/>
              <a:ahLst/>
              <a:cxnLst/>
              <a:rect l="l" t="t" r="r" b="b"/>
              <a:pathLst>
                <a:path w="756016" h="756016">
                  <a:moveTo>
                    <a:pt x="426476" y="20076"/>
                  </a:moveTo>
                  <a:lnTo>
                    <a:pt x="735940" y="329540"/>
                  </a:lnTo>
                  <a:cubicBezTo>
                    <a:pt x="762708" y="356308"/>
                    <a:pt x="762708" y="399708"/>
                    <a:pt x="735940" y="426476"/>
                  </a:cubicBezTo>
                  <a:lnTo>
                    <a:pt x="426476" y="735940"/>
                  </a:lnTo>
                  <a:cubicBezTo>
                    <a:pt x="399708" y="762708"/>
                    <a:pt x="356308" y="762708"/>
                    <a:pt x="329540" y="735940"/>
                  </a:cubicBezTo>
                  <a:lnTo>
                    <a:pt x="20076" y="426476"/>
                  </a:lnTo>
                  <a:cubicBezTo>
                    <a:pt x="-6692" y="399708"/>
                    <a:pt x="-6692" y="356308"/>
                    <a:pt x="20076" y="329540"/>
                  </a:cubicBezTo>
                  <a:lnTo>
                    <a:pt x="329540" y="20076"/>
                  </a:lnTo>
                  <a:cubicBezTo>
                    <a:pt x="356308" y="-6692"/>
                    <a:pt x="399708" y="-6692"/>
                    <a:pt x="426476" y="20076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  <p:sp>
          <p:nvSpPr>
            <p:cNvPr id="36" name="TextBox 36">
              <a:extLst>
                <a:ext uri="{FF2B5EF4-FFF2-40B4-BE49-F238E27FC236}">
                  <a16:creationId xmlns:a16="http://schemas.microsoft.com/office/drawing/2014/main" id="{86BA5799-6303-A027-466C-70B53744EA23}"/>
                </a:ext>
              </a:extLst>
            </p:cNvPr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37" name="Group 37">
            <a:extLst>
              <a:ext uri="{FF2B5EF4-FFF2-40B4-BE49-F238E27FC236}">
                <a16:creationId xmlns:a16="http://schemas.microsoft.com/office/drawing/2014/main" id="{E5E6EF96-F251-EF92-46DD-FDE4E0E05D16}"/>
              </a:ext>
            </a:extLst>
          </p:cNvPr>
          <p:cNvGrpSpPr/>
          <p:nvPr/>
        </p:nvGrpSpPr>
        <p:grpSpPr>
          <a:xfrm rot="-2608573">
            <a:off x="17088347" y="7603043"/>
            <a:ext cx="1371544" cy="1371544"/>
            <a:chOff x="0" y="0"/>
            <a:chExt cx="361230" cy="361230"/>
          </a:xfrm>
        </p:grpSpPr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2D65BBA9-FB5B-FABE-1FC0-DDE9764931C3}"/>
                </a:ext>
              </a:extLst>
            </p:cNvPr>
            <p:cNvSpPr/>
            <p:nvPr/>
          </p:nvSpPr>
          <p:spPr>
            <a:xfrm>
              <a:off x="0" y="0"/>
              <a:ext cx="361230" cy="361230"/>
            </a:xfrm>
            <a:custGeom>
              <a:avLst/>
              <a:gdLst/>
              <a:ahLst/>
              <a:cxnLst/>
              <a:rect l="l" t="t" r="r" b="b"/>
              <a:pathLst>
                <a:path w="361230" h="361230">
                  <a:moveTo>
                    <a:pt x="141117" y="0"/>
                  </a:moveTo>
                  <a:lnTo>
                    <a:pt x="220113" y="0"/>
                  </a:lnTo>
                  <a:cubicBezTo>
                    <a:pt x="298050" y="0"/>
                    <a:pt x="361230" y="63180"/>
                    <a:pt x="361230" y="141117"/>
                  </a:cubicBezTo>
                  <a:lnTo>
                    <a:pt x="361230" y="220113"/>
                  </a:lnTo>
                  <a:cubicBezTo>
                    <a:pt x="361230" y="298050"/>
                    <a:pt x="298050" y="361230"/>
                    <a:pt x="220113" y="361230"/>
                  </a:cubicBezTo>
                  <a:lnTo>
                    <a:pt x="141117" y="361230"/>
                  </a:lnTo>
                  <a:cubicBezTo>
                    <a:pt x="63180" y="361230"/>
                    <a:pt x="0" y="298050"/>
                    <a:pt x="0" y="220113"/>
                  </a:cubicBezTo>
                  <a:lnTo>
                    <a:pt x="0" y="141117"/>
                  </a:lnTo>
                  <a:cubicBezTo>
                    <a:pt x="0" y="63180"/>
                    <a:pt x="63180" y="0"/>
                    <a:pt x="141117" y="0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  <p:sp>
          <p:nvSpPr>
            <p:cNvPr id="39" name="TextBox 39">
              <a:extLst>
                <a:ext uri="{FF2B5EF4-FFF2-40B4-BE49-F238E27FC236}">
                  <a16:creationId xmlns:a16="http://schemas.microsoft.com/office/drawing/2014/main" id="{204CEFC1-054C-D510-411E-4ED98347C908}"/>
                </a:ext>
              </a:extLst>
            </p:cNvPr>
            <p:cNvSpPr txBox="1"/>
            <p:nvPr/>
          </p:nvSpPr>
          <p:spPr>
            <a:xfrm>
              <a:off x="0" y="-38100"/>
              <a:ext cx="361230" cy="399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0" name="TextBox 40">
            <a:extLst>
              <a:ext uri="{FF2B5EF4-FFF2-40B4-BE49-F238E27FC236}">
                <a16:creationId xmlns:a16="http://schemas.microsoft.com/office/drawing/2014/main" id="{04AEF049-D576-658A-F0BE-F8BE2CAF850D}"/>
              </a:ext>
            </a:extLst>
          </p:cNvPr>
          <p:cNvSpPr txBox="1"/>
          <p:nvPr/>
        </p:nvSpPr>
        <p:spPr>
          <a:xfrm>
            <a:off x="4055744" y="264288"/>
            <a:ext cx="8599715" cy="80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965"/>
              </a:lnSpc>
            </a:pPr>
            <a:r>
              <a:rPr lang="en-US" sz="6600" b="1">
                <a:solidFill>
                  <a:srgbClr val="003865"/>
                </a:solidFill>
                <a:ea typeface="+mn-lt"/>
                <a:cs typeface="+mn-lt"/>
                <a:sym typeface="DM Sans Bold"/>
              </a:rPr>
              <a:t>Modelo base </a:t>
            </a:r>
            <a:endParaRPr lang="en-US" b="1">
              <a:ea typeface="Calibri"/>
              <a:cs typeface="Calibri"/>
            </a:endParaRPr>
          </a:p>
        </p:txBody>
      </p:sp>
      <p:grpSp>
        <p:nvGrpSpPr>
          <p:cNvPr id="41" name="Group 41">
            <a:extLst>
              <a:ext uri="{FF2B5EF4-FFF2-40B4-BE49-F238E27FC236}">
                <a16:creationId xmlns:a16="http://schemas.microsoft.com/office/drawing/2014/main" id="{91C168E9-3BB7-CF12-B199-B63F609E1B96}"/>
              </a:ext>
            </a:extLst>
          </p:cNvPr>
          <p:cNvGrpSpPr/>
          <p:nvPr/>
        </p:nvGrpSpPr>
        <p:grpSpPr>
          <a:xfrm>
            <a:off x="13679937" y="264617"/>
            <a:ext cx="4236691" cy="1017667"/>
            <a:chOff x="0" y="0"/>
            <a:chExt cx="5648921" cy="1356890"/>
          </a:xfrm>
        </p:grpSpPr>
        <p:sp>
          <p:nvSpPr>
            <p:cNvPr id="42" name="AutoShape 42">
              <a:extLst>
                <a:ext uri="{FF2B5EF4-FFF2-40B4-BE49-F238E27FC236}">
                  <a16:creationId xmlns:a16="http://schemas.microsoft.com/office/drawing/2014/main" id="{CD14E43F-5AA8-FDAA-9B93-D7690CA944A4}"/>
                </a:ext>
              </a:extLst>
            </p:cNvPr>
            <p:cNvSpPr/>
            <p:nvPr/>
          </p:nvSpPr>
          <p:spPr>
            <a:xfrm flipV="1">
              <a:off x="1676475" y="63164"/>
              <a:ext cx="0" cy="1089969"/>
            </a:xfrm>
            <a:prstGeom prst="line">
              <a:avLst/>
            </a:prstGeom>
            <a:ln w="24169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43" name="Group 43">
              <a:extLst>
                <a:ext uri="{FF2B5EF4-FFF2-40B4-BE49-F238E27FC236}">
                  <a16:creationId xmlns:a16="http://schemas.microsoft.com/office/drawing/2014/main" id="{F7689EAC-0578-346E-8A30-87424C2A087B}"/>
                </a:ext>
              </a:extLst>
            </p:cNvPr>
            <p:cNvGrpSpPr/>
            <p:nvPr/>
          </p:nvGrpSpPr>
          <p:grpSpPr>
            <a:xfrm>
              <a:off x="351121" y="0"/>
              <a:ext cx="847915" cy="777489"/>
              <a:chOff x="0" y="0"/>
              <a:chExt cx="1791183" cy="1642402"/>
            </a:xfrm>
          </p:grpSpPr>
          <p:sp>
            <p:nvSpPr>
              <p:cNvPr id="44" name="Freeform 44">
                <a:extLst>
                  <a:ext uri="{FF2B5EF4-FFF2-40B4-BE49-F238E27FC236}">
                    <a16:creationId xmlns:a16="http://schemas.microsoft.com/office/drawing/2014/main" id="{877296BF-6EFB-BBA2-89C1-0D4EE79DFE61}"/>
                  </a:ext>
                </a:extLst>
              </p:cNvPr>
              <p:cNvSpPr/>
              <p:nvPr/>
            </p:nvSpPr>
            <p:spPr>
              <a:xfrm>
                <a:off x="286132" y="63429"/>
                <a:ext cx="1151836" cy="829127"/>
              </a:xfrm>
              <a:custGeom>
                <a:avLst/>
                <a:gdLst/>
                <a:ahLst/>
                <a:cxnLst/>
                <a:rect l="l" t="t" r="r" b="b"/>
                <a:pathLst>
                  <a:path w="1151836" h="829127">
                    <a:moveTo>
                      <a:pt x="0" y="829127"/>
                    </a:moveTo>
                    <a:cubicBezTo>
                      <a:pt x="762" y="780866"/>
                      <a:pt x="17653" y="742386"/>
                      <a:pt x="52197" y="720923"/>
                    </a:cubicBezTo>
                    <a:cubicBezTo>
                      <a:pt x="83185" y="701619"/>
                      <a:pt x="95885" y="675584"/>
                      <a:pt x="107442" y="645612"/>
                    </a:cubicBezTo>
                    <a:cubicBezTo>
                      <a:pt x="172339" y="476575"/>
                      <a:pt x="237364" y="307538"/>
                      <a:pt x="302134" y="138374"/>
                    </a:cubicBezTo>
                    <a:cubicBezTo>
                      <a:pt x="315342" y="103830"/>
                      <a:pt x="328804" y="69286"/>
                      <a:pt x="340615" y="34234"/>
                    </a:cubicBezTo>
                    <a:cubicBezTo>
                      <a:pt x="348108" y="11628"/>
                      <a:pt x="357379" y="-1072"/>
                      <a:pt x="385573" y="71"/>
                    </a:cubicBezTo>
                    <a:cubicBezTo>
                      <a:pt x="449200" y="2738"/>
                      <a:pt x="512954" y="960"/>
                      <a:pt x="580138" y="960"/>
                    </a:cubicBezTo>
                    <a:cubicBezTo>
                      <a:pt x="531369" y="197937"/>
                      <a:pt x="482982" y="392628"/>
                      <a:pt x="433579" y="592145"/>
                    </a:cubicBezTo>
                    <a:cubicBezTo>
                      <a:pt x="540894" y="567634"/>
                      <a:pt x="642876" y="544520"/>
                      <a:pt x="744476" y="520136"/>
                    </a:cubicBezTo>
                    <a:cubicBezTo>
                      <a:pt x="750064" y="518866"/>
                      <a:pt x="757430" y="504134"/>
                      <a:pt x="755779" y="497530"/>
                    </a:cubicBezTo>
                    <a:cubicBezTo>
                      <a:pt x="718949" y="346146"/>
                      <a:pt x="681103" y="195016"/>
                      <a:pt x="643511" y="43759"/>
                    </a:cubicBezTo>
                    <a:cubicBezTo>
                      <a:pt x="640209" y="30551"/>
                      <a:pt x="638050" y="17216"/>
                      <a:pt x="634748" y="960"/>
                    </a:cubicBezTo>
                    <a:cubicBezTo>
                      <a:pt x="706249" y="960"/>
                      <a:pt x="776734" y="452"/>
                      <a:pt x="847219" y="1849"/>
                    </a:cubicBezTo>
                    <a:cubicBezTo>
                      <a:pt x="854077" y="1976"/>
                      <a:pt x="863856" y="13279"/>
                      <a:pt x="867031" y="21407"/>
                    </a:cubicBezTo>
                    <a:cubicBezTo>
                      <a:pt x="919101" y="154630"/>
                      <a:pt x="970410" y="287980"/>
                      <a:pt x="1022988" y="424251"/>
                    </a:cubicBezTo>
                    <a:cubicBezTo>
                      <a:pt x="1073407" y="399613"/>
                      <a:pt x="1113412" y="365069"/>
                      <a:pt x="1141098" y="313253"/>
                    </a:cubicBezTo>
                    <a:cubicBezTo>
                      <a:pt x="1161545" y="359735"/>
                      <a:pt x="1151258" y="410154"/>
                      <a:pt x="1123191" y="442793"/>
                    </a:cubicBezTo>
                    <a:cubicBezTo>
                      <a:pt x="1068200" y="506674"/>
                      <a:pt x="991746" y="531312"/>
                      <a:pt x="916053" y="552521"/>
                    </a:cubicBezTo>
                    <a:cubicBezTo>
                      <a:pt x="769876" y="593415"/>
                      <a:pt x="622048" y="628594"/>
                      <a:pt x="474473" y="664662"/>
                    </a:cubicBezTo>
                    <a:cubicBezTo>
                      <a:pt x="338329" y="697936"/>
                      <a:pt x="200152" y="724352"/>
                      <a:pt x="72136" y="784804"/>
                    </a:cubicBezTo>
                    <a:cubicBezTo>
                      <a:pt x="48641" y="795979"/>
                      <a:pt x="27559" y="811982"/>
                      <a:pt x="127" y="828999"/>
                    </a:cubicBezTo>
                  </a:path>
                </a:pathLst>
              </a:custGeom>
              <a:solidFill>
                <a:srgbClr val="003865"/>
              </a:solidFill>
            </p:spPr>
          </p:sp>
          <p:sp>
            <p:nvSpPr>
              <p:cNvPr id="45" name="Freeform 45">
                <a:extLst>
                  <a:ext uri="{FF2B5EF4-FFF2-40B4-BE49-F238E27FC236}">
                    <a16:creationId xmlns:a16="http://schemas.microsoft.com/office/drawing/2014/main" id="{FA0E5393-9571-64F5-1B77-BFAD46A8F4B8}"/>
                  </a:ext>
                </a:extLst>
              </p:cNvPr>
              <p:cNvSpPr/>
              <p:nvPr/>
            </p:nvSpPr>
            <p:spPr>
              <a:xfrm>
                <a:off x="1160529" y="921131"/>
                <a:ext cx="567311" cy="657733"/>
              </a:xfrm>
              <a:custGeom>
                <a:avLst/>
                <a:gdLst/>
                <a:ahLst/>
                <a:cxnLst/>
                <a:rect l="l" t="t" r="r" b="b"/>
                <a:pathLst>
                  <a:path w="567311" h="657733">
                    <a:moveTo>
                      <a:pt x="567184" y="657732"/>
                    </a:moveTo>
                    <a:cubicBezTo>
                      <a:pt x="523369" y="650112"/>
                      <a:pt x="483363" y="642492"/>
                      <a:pt x="442977" y="636142"/>
                    </a:cubicBezTo>
                    <a:cubicBezTo>
                      <a:pt x="380239" y="626363"/>
                      <a:pt x="317374" y="616965"/>
                      <a:pt x="254382" y="608456"/>
                    </a:cubicBezTo>
                    <a:cubicBezTo>
                      <a:pt x="216409" y="603376"/>
                      <a:pt x="177928" y="602106"/>
                      <a:pt x="140463" y="594994"/>
                    </a:cubicBezTo>
                    <a:cubicBezTo>
                      <a:pt x="129922" y="592962"/>
                      <a:pt x="116714" y="577976"/>
                      <a:pt x="113793" y="566546"/>
                    </a:cubicBezTo>
                    <a:cubicBezTo>
                      <a:pt x="90171" y="476122"/>
                      <a:pt x="68961" y="385063"/>
                      <a:pt x="46482" y="294258"/>
                    </a:cubicBezTo>
                    <a:cubicBezTo>
                      <a:pt x="31369" y="232917"/>
                      <a:pt x="15367" y="171703"/>
                      <a:pt x="0" y="111505"/>
                    </a:cubicBezTo>
                    <a:cubicBezTo>
                      <a:pt x="103505" y="74802"/>
                      <a:pt x="206884" y="38227"/>
                      <a:pt x="314707" y="0"/>
                    </a:cubicBezTo>
                    <a:cubicBezTo>
                      <a:pt x="396368" y="212724"/>
                      <a:pt x="481078" y="433196"/>
                      <a:pt x="567311" y="657732"/>
                    </a:cubicBezTo>
                  </a:path>
                </a:pathLst>
              </a:custGeom>
              <a:solidFill>
                <a:srgbClr val="003865"/>
              </a:solidFill>
            </p:spPr>
          </p:sp>
          <p:sp>
            <p:nvSpPr>
              <p:cNvPr id="46" name="Freeform 46">
                <a:extLst>
                  <a:ext uri="{FF2B5EF4-FFF2-40B4-BE49-F238E27FC236}">
                    <a16:creationId xmlns:a16="http://schemas.microsoft.com/office/drawing/2014/main" id="{8E84EE70-B223-F844-4D79-72FCC7AF3686}"/>
                  </a:ext>
                </a:extLst>
              </p:cNvPr>
              <p:cNvSpPr/>
              <p:nvPr/>
            </p:nvSpPr>
            <p:spPr>
              <a:xfrm>
                <a:off x="113698" y="602615"/>
                <a:ext cx="1465957" cy="768223"/>
              </a:xfrm>
              <a:custGeom>
                <a:avLst/>
                <a:gdLst/>
                <a:ahLst/>
                <a:cxnLst/>
                <a:rect l="l" t="t" r="r" b="b"/>
                <a:pathLst>
                  <a:path w="1465957" h="768223">
                    <a:moveTo>
                      <a:pt x="856" y="768222"/>
                    </a:moveTo>
                    <a:cubicBezTo>
                      <a:pt x="856" y="749934"/>
                      <a:pt x="-1303" y="731392"/>
                      <a:pt x="1237" y="713485"/>
                    </a:cubicBezTo>
                    <a:cubicBezTo>
                      <a:pt x="14699" y="617600"/>
                      <a:pt x="77438" y="556132"/>
                      <a:pt x="154400" y="508761"/>
                    </a:cubicBezTo>
                    <a:cubicBezTo>
                      <a:pt x="269716" y="437768"/>
                      <a:pt x="400145" y="406653"/>
                      <a:pt x="530321" y="376173"/>
                    </a:cubicBezTo>
                    <a:cubicBezTo>
                      <a:pt x="636493" y="351282"/>
                      <a:pt x="742665" y="326136"/>
                      <a:pt x="848203" y="298323"/>
                    </a:cubicBezTo>
                    <a:cubicBezTo>
                      <a:pt x="971520" y="265684"/>
                      <a:pt x="1095472" y="234569"/>
                      <a:pt x="1216250" y="194056"/>
                    </a:cubicBezTo>
                    <a:cubicBezTo>
                      <a:pt x="1314548" y="161036"/>
                      <a:pt x="1404972" y="110744"/>
                      <a:pt x="1451581" y="0"/>
                    </a:cubicBezTo>
                    <a:cubicBezTo>
                      <a:pt x="1470378" y="44450"/>
                      <a:pt x="1468092" y="83058"/>
                      <a:pt x="1459709" y="121412"/>
                    </a:cubicBezTo>
                    <a:cubicBezTo>
                      <a:pt x="1440405" y="210058"/>
                      <a:pt x="1374492" y="258699"/>
                      <a:pt x="1297022" y="285115"/>
                    </a:cubicBezTo>
                    <a:cubicBezTo>
                      <a:pt x="1146908" y="336296"/>
                      <a:pt x="994380" y="380364"/>
                      <a:pt x="841980" y="424052"/>
                    </a:cubicBezTo>
                    <a:cubicBezTo>
                      <a:pt x="661385" y="475741"/>
                      <a:pt x="479394" y="522604"/>
                      <a:pt x="298799" y="574166"/>
                    </a:cubicBezTo>
                    <a:cubicBezTo>
                      <a:pt x="213455" y="598550"/>
                      <a:pt x="136239" y="641349"/>
                      <a:pt x="68929" y="699642"/>
                    </a:cubicBezTo>
                    <a:cubicBezTo>
                      <a:pt x="46322" y="719327"/>
                      <a:pt x="28796" y="744854"/>
                      <a:pt x="8857" y="767714"/>
                    </a:cubicBezTo>
                    <a:cubicBezTo>
                      <a:pt x="6190" y="767841"/>
                      <a:pt x="3523" y="767968"/>
                      <a:pt x="856" y="768095"/>
                    </a:cubicBezTo>
                  </a:path>
                </a:pathLst>
              </a:custGeom>
              <a:solidFill>
                <a:srgbClr val="003865"/>
              </a:solidFill>
            </p:spPr>
          </p:sp>
          <p:sp>
            <p:nvSpPr>
              <p:cNvPr id="47" name="Freeform 47">
                <a:extLst>
                  <a:ext uri="{FF2B5EF4-FFF2-40B4-BE49-F238E27FC236}">
                    <a16:creationId xmlns:a16="http://schemas.microsoft.com/office/drawing/2014/main" id="{FF23311F-A896-4F54-39F0-A1EB7864A232}"/>
                  </a:ext>
                </a:extLst>
              </p:cNvPr>
              <p:cNvSpPr/>
              <p:nvPr/>
            </p:nvSpPr>
            <p:spPr>
              <a:xfrm>
                <a:off x="191335" y="477393"/>
                <a:ext cx="1319675" cy="635127"/>
              </a:xfrm>
              <a:custGeom>
                <a:avLst/>
                <a:gdLst/>
                <a:ahLst/>
                <a:cxnLst/>
                <a:rect l="l" t="t" r="r" b="b"/>
                <a:pathLst>
                  <a:path w="1319675" h="635127">
                    <a:moveTo>
                      <a:pt x="11866" y="634999"/>
                    </a:moveTo>
                    <a:cubicBezTo>
                      <a:pt x="-8581" y="601852"/>
                      <a:pt x="-1342" y="556640"/>
                      <a:pt x="23931" y="521334"/>
                    </a:cubicBezTo>
                    <a:cubicBezTo>
                      <a:pt x="67365" y="460374"/>
                      <a:pt x="130611" y="427735"/>
                      <a:pt x="197921" y="407669"/>
                    </a:cubicBezTo>
                    <a:cubicBezTo>
                      <a:pt x="326445" y="369188"/>
                      <a:pt x="457002" y="337311"/>
                      <a:pt x="587177" y="304673"/>
                    </a:cubicBezTo>
                    <a:cubicBezTo>
                      <a:pt x="766502" y="259715"/>
                      <a:pt x="949763" y="228981"/>
                      <a:pt x="1122611" y="160274"/>
                    </a:cubicBezTo>
                    <a:cubicBezTo>
                      <a:pt x="1195763" y="131191"/>
                      <a:pt x="1259136" y="87376"/>
                      <a:pt x="1296474" y="14224"/>
                    </a:cubicBezTo>
                    <a:cubicBezTo>
                      <a:pt x="1298887" y="9398"/>
                      <a:pt x="1302697" y="5207"/>
                      <a:pt x="1306380" y="0"/>
                    </a:cubicBezTo>
                    <a:cubicBezTo>
                      <a:pt x="1335590" y="52578"/>
                      <a:pt x="1313238" y="132207"/>
                      <a:pt x="1272598" y="177165"/>
                    </a:cubicBezTo>
                    <a:cubicBezTo>
                      <a:pt x="1215321" y="240284"/>
                      <a:pt x="1139883" y="270510"/>
                      <a:pt x="1061270" y="292100"/>
                    </a:cubicBezTo>
                    <a:cubicBezTo>
                      <a:pt x="914838" y="332359"/>
                      <a:pt x="767264" y="368426"/>
                      <a:pt x="620197" y="406526"/>
                    </a:cubicBezTo>
                    <a:cubicBezTo>
                      <a:pt x="491165" y="440054"/>
                      <a:pt x="361498" y="471550"/>
                      <a:pt x="233481" y="508507"/>
                    </a:cubicBezTo>
                    <a:cubicBezTo>
                      <a:pt x="150423" y="532383"/>
                      <a:pt x="72572" y="569340"/>
                      <a:pt x="11993" y="635126"/>
                    </a:cubicBezTo>
                  </a:path>
                </a:pathLst>
              </a:custGeom>
              <a:solidFill>
                <a:srgbClr val="003865"/>
              </a:solidFill>
            </p:spPr>
          </p:sp>
          <p:sp>
            <p:nvSpPr>
              <p:cNvPr id="48" name="Freeform 48">
                <a:extLst>
                  <a:ext uri="{FF2B5EF4-FFF2-40B4-BE49-F238E27FC236}">
                    <a16:creationId xmlns:a16="http://schemas.microsoft.com/office/drawing/2014/main" id="{573C3171-EE97-3A70-434B-AD8053A7285B}"/>
                  </a:ext>
                </a:extLst>
              </p:cNvPr>
              <p:cNvSpPr/>
              <p:nvPr/>
            </p:nvSpPr>
            <p:spPr>
              <a:xfrm>
                <a:off x="63373" y="1179321"/>
                <a:ext cx="524258" cy="398907"/>
              </a:xfrm>
              <a:custGeom>
                <a:avLst/>
                <a:gdLst/>
                <a:ahLst/>
                <a:cxnLst/>
                <a:rect l="l" t="t" r="r" b="b"/>
                <a:pathLst>
                  <a:path w="524258" h="398907">
                    <a:moveTo>
                      <a:pt x="127" y="398907"/>
                    </a:moveTo>
                    <a:cubicBezTo>
                      <a:pt x="26543" y="274320"/>
                      <a:pt x="88646" y="178943"/>
                      <a:pt x="201296" y="117094"/>
                    </a:cubicBezTo>
                    <a:cubicBezTo>
                      <a:pt x="301499" y="62103"/>
                      <a:pt x="409703" y="33274"/>
                      <a:pt x="524258" y="0"/>
                    </a:cubicBezTo>
                    <a:cubicBezTo>
                      <a:pt x="516257" y="35687"/>
                      <a:pt x="510161" y="65786"/>
                      <a:pt x="502795" y="95504"/>
                    </a:cubicBezTo>
                    <a:cubicBezTo>
                      <a:pt x="485523" y="165354"/>
                      <a:pt x="467108" y="235077"/>
                      <a:pt x="450343" y="305054"/>
                    </a:cubicBezTo>
                    <a:cubicBezTo>
                      <a:pt x="444755" y="328549"/>
                      <a:pt x="433198" y="336550"/>
                      <a:pt x="408179" y="339090"/>
                    </a:cubicBezTo>
                    <a:cubicBezTo>
                      <a:pt x="324486" y="347472"/>
                      <a:pt x="240920" y="359029"/>
                      <a:pt x="157735" y="371094"/>
                    </a:cubicBezTo>
                    <a:cubicBezTo>
                      <a:pt x="104775" y="378714"/>
                      <a:pt x="52324" y="389636"/>
                      <a:pt x="0" y="398907"/>
                    </a:cubicBezTo>
                  </a:path>
                </a:pathLst>
              </a:custGeom>
              <a:solidFill>
                <a:srgbClr val="003865"/>
              </a:solidFill>
            </p:spPr>
          </p:sp>
        </p:grpSp>
        <p:grpSp>
          <p:nvGrpSpPr>
            <p:cNvPr id="49" name="Group 49">
              <a:extLst>
                <a:ext uri="{FF2B5EF4-FFF2-40B4-BE49-F238E27FC236}">
                  <a16:creationId xmlns:a16="http://schemas.microsoft.com/office/drawing/2014/main" id="{C0E423DD-DA97-EB61-F1B3-2568DF65754C}"/>
                </a:ext>
              </a:extLst>
            </p:cNvPr>
            <p:cNvGrpSpPr/>
            <p:nvPr/>
          </p:nvGrpSpPr>
          <p:grpSpPr>
            <a:xfrm>
              <a:off x="113085" y="794655"/>
              <a:ext cx="305916" cy="342156"/>
              <a:chOff x="0" y="0"/>
              <a:chExt cx="1131697" cy="1265758"/>
            </a:xfrm>
          </p:grpSpPr>
          <p:sp>
            <p:nvSpPr>
              <p:cNvPr id="50" name="Freeform 50">
                <a:extLst>
                  <a:ext uri="{FF2B5EF4-FFF2-40B4-BE49-F238E27FC236}">
                    <a16:creationId xmlns:a16="http://schemas.microsoft.com/office/drawing/2014/main" id="{1C88DC80-2B79-2AFC-5FD0-D2A15B5663CB}"/>
                  </a:ext>
                </a:extLst>
              </p:cNvPr>
              <p:cNvSpPr/>
              <p:nvPr/>
            </p:nvSpPr>
            <p:spPr>
              <a:xfrm>
                <a:off x="0" y="0"/>
                <a:ext cx="1131697" cy="1265809"/>
              </a:xfrm>
              <a:custGeom>
                <a:avLst/>
                <a:gdLst/>
                <a:ahLst/>
                <a:cxnLst/>
                <a:rect l="l" t="t" r="r" b="b"/>
                <a:pathLst>
                  <a:path w="1131697" h="1265809">
                    <a:moveTo>
                      <a:pt x="1131697" y="0"/>
                    </a:moveTo>
                    <a:lnTo>
                      <a:pt x="1131697" y="703072"/>
                    </a:lnTo>
                    <a:cubicBezTo>
                      <a:pt x="1131697" y="1109980"/>
                      <a:pt x="913511" y="1265809"/>
                      <a:pt x="565785" y="1265809"/>
                    </a:cubicBezTo>
                    <a:cubicBezTo>
                      <a:pt x="218059" y="1265809"/>
                      <a:pt x="0" y="1109853"/>
                      <a:pt x="0" y="703072"/>
                    </a:cubicBezTo>
                    <a:lnTo>
                      <a:pt x="0" y="0"/>
                    </a:lnTo>
                    <a:lnTo>
                      <a:pt x="311785" y="0"/>
                    </a:lnTo>
                    <a:lnTo>
                      <a:pt x="311785" y="625094"/>
                    </a:lnTo>
                    <a:cubicBezTo>
                      <a:pt x="311785" y="891667"/>
                      <a:pt x="411607" y="993013"/>
                      <a:pt x="565912" y="993013"/>
                    </a:cubicBezTo>
                    <a:cubicBezTo>
                      <a:pt x="720217" y="993013"/>
                      <a:pt x="820039" y="891667"/>
                      <a:pt x="820039" y="625094"/>
                    </a:cubicBezTo>
                    <a:lnTo>
                      <a:pt x="820039" y="0"/>
                    </a:lnTo>
                    <a:close/>
                  </a:path>
                </a:pathLst>
              </a:custGeom>
              <a:solidFill>
                <a:srgbClr val="003865"/>
              </a:solidFill>
            </p:spPr>
          </p:sp>
        </p:grpSp>
        <p:grpSp>
          <p:nvGrpSpPr>
            <p:cNvPr id="51" name="Group 51">
              <a:extLst>
                <a:ext uri="{FF2B5EF4-FFF2-40B4-BE49-F238E27FC236}">
                  <a16:creationId xmlns:a16="http://schemas.microsoft.com/office/drawing/2014/main" id="{CC6E7183-EBED-DAC6-09CC-9828E993F25F}"/>
                </a:ext>
              </a:extLst>
            </p:cNvPr>
            <p:cNvGrpSpPr/>
            <p:nvPr/>
          </p:nvGrpSpPr>
          <p:grpSpPr>
            <a:xfrm>
              <a:off x="465058" y="777489"/>
              <a:ext cx="641120" cy="375643"/>
              <a:chOff x="0" y="0"/>
              <a:chExt cx="2371738" cy="1389647"/>
            </a:xfrm>
          </p:grpSpPr>
          <p:sp>
            <p:nvSpPr>
              <p:cNvPr id="52" name="Freeform 52">
                <a:extLst>
                  <a:ext uri="{FF2B5EF4-FFF2-40B4-BE49-F238E27FC236}">
                    <a16:creationId xmlns:a16="http://schemas.microsoft.com/office/drawing/2014/main" id="{C3B2B48B-2FD4-84DD-6D58-A94905370DBE}"/>
                  </a:ext>
                </a:extLst>
              </p:cNvPr>
              <p:cNvSpPr/>
              <p:nvPr/>
            </p:nvSpPr>
            <p:spPr>
              <a:xfrm>
                <a:off x="63500" y="63500"/>
                <a:ext cx="1130175" cy="1247142"/>
              </a:xfrm>
              <a:custGeom>
                <a:avLst/>
                <a:gdLst/>
                <a:ahLst/>
                <a:cxnLst/>
                <a:rect l="l" t="t" r="r" b="b"/>
                <a:pathLst>
                  <a:path w="1130175" h="1247142">
                    <a:moveTo>
                      <a:pt x="815215" y="453645"/>
                    </a:moveTo>
                    <a:cubicBezTo>
                      <a:pt x="815215" y="349251"/>
                      <a:pt x="748159" y="280671"/>
                      <a:pt x="578232" y="280671"/>
                    </a:cubicBezTo>
                    <a:lnTo>
                      <a:pt x="311786" y="280671"/>
                    </a:lnTo>
                    <a:lnTo>
                      <a:pt x="311786" y="612649"/>
                    </a:lnTo>
                    <a:lnTo>
                      <a:pt x="578359" y="612649"/>
                    </a:lnTo>
                    <a:cubicBezTo>
                      <a:pt x="748286" y="612649"/>
                      <a:pt x="815342" y="545593"/>
                      <a:pt x="815342" y="453645"/>
                    </a:cubicBezTo>
                    <a:moveTo>
                      <a:pt x="1130176" y="452121"/>
                    </a:moveTo>
                    <a:cubicBezTo>
                      <a:pt x="1130176" y="798197"/>
                      <a:pt x="849632" y="893320"/>
                      <a:pt x="562738" y="893320"/>
                    </a:cubicBezTo>
                    <a:lnTo>
                      <a:pt x="311786" y="893320"/>
                    </a:lnTo>
                    <a:lnTo>
                      <a:pt x="311786" y="1247142"/>
                    </a:lnTo>
                    <a:lnTo>
                      <a:pt x="0" y="1247142"/>
                    </a:lnTo>
                    <a:lnTo>
                      <a:pt x="0" y="0"/>
                    </a:lnTo>
                    <a:lnTo>
                      <a:pt x="547117" y="0"/>
                    </a:lnTo>
                    <a:cubicBezTo>
                      <a:pt x="818390" y="0"/>
                      <a:pt x="1130049" y="81026"/>
                      <a:pt x="1130049" y="452121"/>
                    </a:cubicBezTo>
                  </a:path>
                </a:pathLst>
              </a:custGeom>
              <a:solidFill>
                <a:srgbClr val="003865"/>
              </a:solidFill>
            </p:spPr>
          </p:sp>
          <p:sp>
            <p:nvSpPr>
              <p:cNvPr id="53" name="Freeform 53">
                <a:extLst>
                  <a:ext uri="{FF2B5EF4-FFF2-40B4-BE49-F238E27FC236}">
                    <a16:creationId xmlns:a16="http://schemas.microsoft.com/office/drawing/2014/main" id="{336914B0-517B-E578-64F5-FF4EC840D3CF}"/>
                  </a:ext>
                </a:extLst>
              </p:cNvPr>
              <p:cNvSpPr/>
              <p:nvPr/>
            </p:nvSpPr>
            <p:spPr>
              <a:xfrm>
                <a:off x="1304293" y="453264"/>
                <a:ext cx="1003810" cy="872872"/>
              </a:xfrm>
              <a:custGeom>
                <a:avLst/>
                <a:gdLst/>
                <a:ahLst/>
                <a:cxnLst/>
                <a:rect l="l" t="t" r="r" b="b"/>
                <a:pathLst>
                  <a:path w="1003810" h="872872">
                    <a:moveTo>
                      <a:pt x="313436" y="374015"/>
                    </a:moveTo>
                    <a:lnTo>
                      <a:pt x="701549" y="374015"/>
                    </a:lnTo>
                    <a:cubicBezTo>
                      <a:pt x="685928" y="271145"/>
                      <a:pt x="625222" y="225933"/>
                      <a:pt x="495809" y="225933"/>
                    </a:cubicBezTo>
                    <a:cubicBezTo>
                      <a:pt x="391414" y="228981"/>
                      <a:pt x="329057" y="277368"/>
                      <a:pt x="313436" y="374015"/>
                    </a:cubicBezTo>
                    <a:moveTo>
                      <a:pt x="575311" y="665608"/>
                    </a:moveTo>
                    <a:cubicBezTo>
                      <a:pt x="715646" y="665608"/>
                      <a:pt x="851282" y="625095"/>
                      <a:pt x="969647" y="582931"/>
                    </a:cubicBezTo>
                    <a:lnTo>
                      <a:pt x="969647" y="805816"/>
                    </a:lnTo>
                    <a:cubicBezTo>
                      <a:pt x="891669" y="847853"/>
                      <a:pt x="737363" y="872872"/>
                      <a:pt x="573660" y="872872"/>
                    </a:cubicBezTo>
                    <a:cubicBezTo>
                      <a:pt x="196469" y="872872"/>
                      <a:pt x="0" y="718567"/>
                      <a:pt x="0" y="445771"/>
                    </a:cubicBezTo>
                    <a:cubicBezTo>
                      <a:pt x="0" y="171450"/>
                      <a:pt x="194818" y="0"/>
                      <a:pt x="495682" y="0"/>
                    </a:cubicBezTo>
                    <a:cubicBezTo>
                      <a:pt x="835535" y="0"/>
                      <a:pt x="1003810" y="197993"/>
                      <a:pt x="1003810" y="506604"/>
                    </a:cubicBezTo>
                    <a:lnTo>
                      <a:pt x="319659" y="506604"/>
                    </a:lnTo>
                    <a:cubicBezTo>
                      <a:pt x="344552" y="595504"/>
                      <a:pt x="414783" y="665608"/>
                      <a:pt x="575311" y="665608"/>
                    </a:cubicBezTo>
                  </a:path>
                </a:pathLst>
              </a:custGeom>
              <a:solidFill>
                <a:srgbClr val="003865"/>
              </a:solidFill>
            </p:spPr>
          </p:sp>
        </p:grpSp>
        <p:grpSp>
          <p:nvGrpSpPr>
            <p:cNvPr id="54" name="Group 54">
              <a:extLst>
                <a:ext uri="{FF2B5EF4-FFF2-40B4-BE49-F238E27FC236}">
                  <a16:creationId xmlns:a16="http://schemas.microsoft.com/office/drawing/2014/main" id="{54D5BA21-0884-C1C8-CA0C-5BD4A542989C}"/>
                </a:ext>
              </a:extLst>
            </p:cNvPr>
            <p:cNvGrpSpPr/>
            <p:nvPr/>
          </p:nvGrpSpPr>
          <p:grpSpPr>
            <a:xfrm>
              <a:off x="1131156" y="794655"/>
              <a:ext cx="305916" cy="342156"/>
              <a:chOff x="0" y="0"/>
              <a:chExt cx="1131697" cy="1265758"/>
            </a:xfrm>
          </p:grpSpPr>
          <p:sp>
            <p:nvSpPr>
              <p:cNvPr id="55" name="Freeform 55">
                <a:extLst>
                  <a:ext uri="{FF2B5EF4-FFF2-40B4-BE49-F238E27FC236}">
                    <a16:creationId xmlns:a16="http://schemas.microsoft.com/office/drawing/2014/main" id="{338C49F6-2B95-DCCD-8D6B-4E2D608F9C65}"/>
                  </a:ext>
                </a:extLst>
              </p:cNvPr>
              <p:cNvSpPr/>
              <p:nvPr/>
            </p:nvSpPr>
            <p:spPr>
              <a:xfrm>
                <a:off x="0" y="0"/>
                <a:ext cx="1131697" cy="1265809"/>
              </a:xfrm>
              <a:custGeom>
                <a:avLst/>
                <a:gdLst/>
                <a:ahLst/>
                <a:cxnLst/>
                <a:rect l="l" t="t" r="r" b="b"/>
                <a:pathLst>
                  <a:path w="1131697" h="1265809">
                    <a:moveTo>
                      <a:pt x="1131697" y="0"/>
                    </a:moveTo>
                    <a:lnTo>
                      <a:pt x="1131697" y="703072"/>
                    </a:lnTo>
                    <a:cubicBezTo>
                      <a:pt x="1131697" y="1109980"/>
                      <a:pt x="913511" y="1265809"/>
                      <a:pt x="565785" y="1265809"/>
                    </a:cubicBezTo>
                    <a:cubicBezTo>
                      <a:pt x="218059" y="1265809"/>
                      <a:pt x="0" y="1109853"/>
                      <a:pt x="0" y="703072"/>
                    </a:cubicBezTo>
                    <a:lnTo>
                      <a:pt x="0" y="0"/>
                    </a:lnTo>
                    <a:lnTo>
                      <a:pt x="311785" y="0"/>
                    </a:lnTo>
                    <a:lnTo>
                      <a:pt x="311785" y="625094"/>
                    </a:lnTo>
                    <a:cubicBezTo>
                      <a:pt x="311785" y="891667"/>
                      <a:pt x="411607" y="993013"/>
                      <a:pt x="565912" y="993013"/>
                    </a:cubicBezTo>
                    <a:cubicBezTo>
                      <a:pt x="720217" y="993013"/>
                      <a:pt x="820039" y="891667"/>
                      <a:pt x="820039" y="625094"/>
                    </a:cubicBezTo>
                    <a:lnTo>
                      <a:pt x="820039" y="0"/>
                    </a:lnTo>
                    <a:close/>
                  </a:path>
                </a:pathLst>
              </a:custGeom>
              <a:solidFill>
                <a:srgbClr val="003865"/>
              </a:solidFill>
            </p:spPr>
          </p:sp>
        </p:grpSp>
        <p:sp>
          <p:nvSpPr>
            <p:cNvPr id="56" name="TextBox 56">
              <a:extLst>
                <a:ext uri="{FF2B5EF4-FFF2-40B4-BE49-F238E27FC236}">
                  <a16:creationId xmlns:a16="http://schemas.microsoft.com/office/drawing/2014/main" id="{CE3DBEA4-D37B-0BEB-61A5-CCCBD7E04961}"/>
                </a:ext>
              </a:extLst>
            </p:cNvPr>
            <p:cNvSpPr txBox="1"/>
            <p:nvPr/>
          </p:nvSpPr>
          <p:spPr>
            <a:xfrm>
              <a:off x="1837151" y="34589"/>
              <a:ext cx="3811770" cy="7256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17"/>
                </a:lnSpc>
              </a:pPr>
              <a:r>
                <a:rPr lang="en-US" sz="3486" spc="282">
                  <a:solidFill>
                    <a:srgbClr val="12315F"/>
                  </a:solidFill>
                  <a:latin typeface="Prompt Light"/>
                  <a:ea typeface="Prompt Light"/>
                  <a:cs typeface="Prompt Light"/>
                  <a:sym typeface="Prompt Light"/>
                </a:rPr>
                <a:t>INGENIERÍA </a:t>
              </a:r>
            </a:p>
          </p:txBody>
        </p:sp>
        <p:sp>
          <p:nvSpPr>
            <p:cNvPr id="57" name="TextBox 57">
              <a:extLst>
                <a:ext uri="{FF2B5EF4-FFF2-40B4-BE49-F238E27FC236}">
                  <a16:creationId xmlns:a16="http://schemas.microsoft.com/office/drawing/2014/main" id="{068686A4-91D9-EDD0-C044-5C8DDA10D215}"/>
                </a:ext>
              </a:extLst>
            </p:cNvPr>
            <p:cNvSpPr txBox="1"/>
            <p:nvPr/>
          </p:nvSpPr>
          <p:spPr>
            <a:xfrm>
              <a:off x="1837151" y="598407"/>
              <a:ext cx="747389" cy="7004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47"/>
                </a:lnSpc>
              </a:pPr>
              <a:r>
                <a:rPr lang="en-US" sz="3267" b="1" spc="71">
                  <a:solidFill>
                    <a:srgbClr val="12315F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DE</a:t>
              </a:r>
            </a:p>
          </p:txBody>
        </p:sp>
        <p:sp>
          <p:nvSpPr>
            <p:cNvPr id="58" name="TextBox 58">
              <a:extLst>
                <a:ext uri="{FF2B5EF4-FFF2-40B4-BE49-F238E27FC236}">
                  <a16:creationId xmlns:a16="http://schemas.microsoft.com/office/drawing/2014/main" id="{A8782A82-DA97-0B82-6ED1-32D3E0362694}"/>
                </a:ext>
              </a:extLst>
            </p:cNvPr>
            <p:cNvSpPr txBox="1"/>
            <p:nvPr/>
          </p:nvSpPr>
          <p:spPr>
            <a:xfrm>
              <a:off x="2666546" y="598407"/>
              <a:ext cx="2883518" cy="7004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47"/>
                </a:lnSpc>
              </a:pPr>
              <a:r>
                <a:rPr lang="en-US" sz="3267" b="1" spc="98">
                  <a:solidFill>
                    <a:srgbClr val="12315F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SISTEMAS</a:t>
              </a:r>
            </a:p>
          </p:txBody>
        </p:sp>
        <p:sp>
          <p:nvSpPr>
            <p:cNvPr id="59" name="TextBox 59">
              <a:extLst>
                <a:ext uri="{FF2B5EF4-FFF2-40B4-BE49-F238E27FC236}">
                  <a16:creationId xmlns:a16="http://schemas.microsoft.com/office/drawing/2014/main" id="{E26B6580-41B8-2D3C-314E-8223F4856948}"/>
                </a:ext>
              </a:extLst>
            </p:cNvPr>
            <p:cNvSpPr txBox="1"/>
            <p:nvPr/>
          </p:nvSpPr>
          <p:spPr>
            <a:xfrm>
              <a:off x="0" y="1193657"/>
              <a:ext cx="1550157" cy="1632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82"/>
                </a:lnSpc>
              </a:pPr>
              <a:r>
                <a:rPr lang="en-US" sz="701">
                  <a:solidFill>
                    <a:srgbClr val="12315F"/>
                  </a:solidFill>
                  <a:latin typeface="Myriad Light"/>
                  <a:ea typeface="Myriad Light"/>
                  <a:cs typeface="Myriad Light"/>
                  <a:sym typeface="Myriad Light"/>
                </a:rPr>
                <a:t>UNIVERSIDAD PERUANA UNIÓN</a:t>
              </a:r>
            </a:p>
          </p:txBody>
        </p:sp>
      </p:grpSp>
      <p:sp>
        <p:nvSpPr>
          <p:cNvPr id="60" name="TextBox 60">
            <a:extLst>
              <a:ext uri="{FF2B5EF4-FFF2-40B4-BE49-F238E27FC236}">
                <a16:creationId xmlns:a16="http://schemas.microsoft.com/office/drawing/2014/main" id="{4689D8DE-F7CE-AB78-2E1B-E73A466BF026}"/>
              </a:ext>
            </a:extLst>
          </p:cNvPr>
          <p:cNvSpPr txBox="1"/>
          <p:nvPr/>
        </p:nvSpPr>
        <p:spPr>
          <a:xfrm>
            <a:off x="211033" y="9815512"/>
            <a:ext cx="5825841" cy="342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60"/>
              </a:lnSpc>
              <a:spcBef>
                <a:spcPct val="0"/>
              </a:spcBef>
            </a:pPr>
            <a:r>
              <a:rPr lang="en-US" sz="2300" u="none" strike="noStrike">
                <a:solidFill>
                  <a:srgbClr val="003865"/>
                </a:solidFill>
                <a:latin typeface="DM Sans"/>
                <a:ea typeface="DM Sans"/>
                <a:cs typeface="DM Sans"/>
                <a:sym typeface="DM Sans"/>
              </a:rPr>
              <a:t>XVII Jornada Científica - EP. Ing. Sistemas</a:t>
            </a:r>
          </a:p>
        </p:txBody>
      </p:sp>
      <p:pic>
        <p:nvPicPr>
          <p:cNvPr id="10" name="Picture 9" descr="A diagram of a diagram&#10;&#10;AI-generated content may be incorrect.">
            <a:extLst>
              <a:ext uri="{FF2B5EF4-FFF2-40B4-BE49-F238E27FC236}">
                <a16:creationId xmlns:a16="http://schemas.microsoft.com/office/drawing/2014/main" id="{F84C30FF-6D1F-6878-B5FC-D63851B27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106" y="2207079"/>
            <a:ext cx="15235917" cy="6721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173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B49AF3-1B3F-6A2D-47B4-EC5D6E92C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997F2CD-E91C-3D85-73A8-9A67B2C64524}"/>
              </a:ext>
            </a:extLst>
          </p:cNvPr>
          <p:cNvGrpSpPr/>
          <p:nvPr/>
        </p:nvGrpSpPr>
        <p:grpSpPr>
          <a:xfrm rot="60000">
            <a:off x="9236421" y="-6213694"/>
            <a:ext cx="10694888" cy="10684506"/>
            <a:chOff x="0" y="0"/>
            <a:chExt cx="890190" cy="88932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CC6A5E6-C4E8-4A03-300F-F65A10ED4859}"/>
                </a:ext>
              </a:extLst>
            </p:cNvPr>
            <p:cNvSpPr/>
            <p:nvPr/>
          </p:nvSpPr>
          <p:spPr>
            <a:xfrm>
              <a:off x="30005" y="29964"/>
              <a:ext cx="830180" cy="829398"/>
            </a:xfrm>
            <a:custGeom>
              <a:avLst/>
              <a:gdLst/>
              <a:ahLst/>
              <a:cxnLst/>
              <a:rect l="l" t="t" r="r" b="b"/>
              <a:pathLst>
                <a:path w="830180" h="829398">
                  <a:moveTo>
                    <a:pt x="466302" y="21198"/>
                  </a:moveTo>
                  <a:lnTo>
                    <a:pt x="808974" y="363537"/>
                  </a:lnTo>
                  <a:cubicBezTo>
                    <a:pt x="822551" y="377102"/>
                    <a:pt x="830180" y="395507"/>
                    <a:pt x="830180" y="414699"/>
                  </a:cubicBezTo>
                  <a:cubicBezTo>
                    <a:pt x="830180" y="433891"/>
                    <a:pt x="822551" y="452297"/>
                    <a:pt x="808974" y="465861"/>
                  </a:cubicBezTo>
                  <a:lnTo>
                    <a:pt x="466302" y="808200"/>
                  </a:lnTo>
                  <a:cubicBezTo>
                    <a:pt x="438010" y="836464"/>
                    <a:pt x="392170" y="836464"/>
                    <a:pt x="363879" y="808200"/>
                  </a:cubicBezTo>
                  <a:lnTo>
                    <a:pt x="21207" y="465861"/>
                  </a:lnTo>
                  <a:cubicBezTo>
                    <a:pt x="7629" y="452297"/>
                    <a:pt x="0" y="433891"/>
                    <a:pt x="0" y="414699"/>
                  </a:cubicBezTo>
                  <a:cubicBezTo>
                    <a:pt x="0" y="395507"/>
                    <a:pt x="7629" y="377102"/>
                    <a:pt x="21207" y="363537"/>
                  </a:cubicBezTo>
                  <a:lnTo>
                    <a:pt x="363879" y="21198"/>
                  </a:lnTo>
                  <a:cubicBezTo>
                    <a:pt x="392170" y="-7066"/>
                    <a:pt x="438010" y="-7066"/>
                    <a:pt x="466302" y="21198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712DB5B3-3953-5D49-BAF7-4A819ED45B06}"/>
              </a:ext>
            </a:extLst>
          </p:cNvPr>
          <p:cNvGrpSpPr/>
          <p:nvPr/>
        </p:nvGrpSpPr>
        <p:grpSpPr>
          <a:xfrm>
            <a:off x="-7951486" y="-6859967"/>
            <a:ext cx="18788758" cy="9328392"/>
            <a:chOff x="0" y="0"/>
            <a:chExt cx="1557574" cy="773317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445FC66-8142-88ED-E7D4-88FA40B8F7A0}"/>
                </a:ext>
              </a:extLst>
            </p:cNvPr>
            <p:cNvSpPr/>
            <p:nvPr/>
          </p:nvSpPr>
          <p:spPr>
            <a:xfrm>
              <a:off x="19862" y="0"/>
              <a:ext cx="1517850" cy="759391"/>
            </a:xfrm>
            <a:custGeom>
              <a:avLst/>
              <a:gdLst/>
              <a:ahLst/>
              <a:cxnLst/>
              <a:rect l="l" t="t" r="r" b="b"/>
              <a:pathLst>
                <a:path w="1517850" h="759391">
                  <a:moveTo>
                    <a:pt x="782901" y="749509"/>
                  </a:moveTo>
                  <a:lnTo>
                    <a:pt x="1513736" y="23807"/>
                  </a:lnTo>
                  <a:cubicBezTo>
                    <a:pt x="1517739" y="19832"/>
                    <a:pt x="1518948" y="13835"/>
                    <a:pt x="1516799" y="8619"/>
                  </a:cubicBezTo>
                  <a:cubicBezTo>
                    <a:pt x="1514649" y="3404"/>
                    <a:pt x="1509565" y="0"/>
                    <a:pt x="1503924" y="0"/>
                  </a:cubicBezTo>
                  <a:lnTo>
                    <a:pt x="13926" y="0"/>
                  </a:lnTo>
                  <a:cubicBezTo>
                    <a:pt x="8285" y="0"/>
                    <a:pt x="3201" y="3404"/>
                    <a:pt x="1051" y="8619"/>
                  </a:cubicBezTo>
                  <a:cubicBezTo>
                    <a:pt x="-1099" y="13835"/>
                    <a:pt x="111" y="19832"/>
                    <a:pt x="4114" y="23807"/>
                  </a:cubicBezTo>
                  <a:lnTo>
                    <a:pt x="734949" y="749509"/>
                  </a:lnTo>
                  <a:cubicBezTo>
                    <a:pt x="748218" y="762685"/>
                    <a:pt x="769632" y="762685"/>
                    <a:pt x="782901" y="749509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ACDA91DB-F862-75DB-6DF1-4769BCCB2A8C}"/>
                </a:ext>
              </a:extLst>
            </p:cNvPr>
            <p:cNvSpPr txBox="1"/>
            <p:nvPr/>
          </p:nvSpPr>
          <p:spPr>
            <a:xfrm>
              <a:off x="243371" y="17137"/>
              <a:ext cx="1070832" cy="39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4" name="Group 34">
            <a:extLst>
              <a:ext uri="{FF2B5EF4-FFF2-40B4-BE49-F238E27FC236}">
                <a16:creationId xmlns:a16="http://schemas.microsoft.com/office/drawing/2014/main" id="{CEA908D9-A8C9-DA76-8B97-7E4DD8D21F5E}"/>
              </a:ext>
            </a:extLst>
          </p:cNvPr>
          <p:cNvGrpSpPr/>
          <p:nvPr/>
        </p:nvGrpSpPr>
        <p:grpSpPr>
          <a:xfrm>
            <a:off x="15177259" y="582950"/>
            <a:ext cx="7454541" cy="7454541"/>
            <a:chOff x="0" y="0"/>
            <a:chExt cx="812800" cy="812800"/>
          </a:xfrm>
        </p:grpSpPr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6D7D89A7-D7A1-183D-6DAF-630FF7A43C11}"/>
                </a:ext>
              </a:extLst>
            </p:cNvPr>
            <p:cNvSpPr/>
            <p:nvPr/>
          </p:nvSpPr>
          <p:spPr>
            <a:xfrm>
              <a:off x="28392" y="28392"/>
              <a:ext cx="756016" cy="756016"/>
            </a:xfrm>
            <a:custGeom>
              <a:avLst/>
              <a:gdLst/>
              <a:ahLst/>
              <a:cxnLst/>
              <a:rect l="l" t="t" r="r" b="b"/>
              <a:pathLst>
                <a:path w="756016" h="756016">
                  <a:moveTo>
                    <a:pt x="426476" y="20076"/>
                  </a:moveTo>
                  <a:lnTo>
                    <a:pt x="735940" y="329540"/>
                  </a:lnTo>
                  <a:cubicBezTo>
                    <a:pt x="762708" y="356308"/>
                    <a:pt x="762708" y="399708"/>
                    <a:pt x="735940" y="426476"/>
                  </a:cubicBezTo>
                  <a:lnTo>
                    <a:pt x="426476" y="735940"/>
                  </a:lnTo>
                  <a:cubicBezTo>
                    <a:pt x="399708" y="762708"/>
                    <a:pt x="356308" y="762708"/>
                    <a:pt x="329540" y="735940"/>
                  </a:cubicBezTo>
                  <a:lnTo>
                    <a:pt x="20076" y="426476"/>
                  </a:lnTo>
                  <a:cubicBezTo>
                    <a:pt x="-6692" y="399708"/>
                    <a:pt x="-6692" y="356308"/>
                    <a:pt x="20076" y="329540"/>
                  </a:cubicBezTo>
                  <a:lnTo>
                    <a:pt x="329540" y="20076"/>
                  </a:lnTo>
                  <a:cubicBezTo>
                    <a:pt x="356308" y="-6692"/>
                    <a:pt x="399708" y="-6692"/>
                    <a:pt x="426476" y="20076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  <p:sp>
          <p:nvSpPr>
            <p:cNvPr id="36" name="TextBox 36">
              <a:extLst>
                <a:ext uri="{FF2B5EF4-FFF2-40B4-BE49-F238E27FC236}">
                  <a16:creationId xmlns:a16="http://schemas.microsoft.com/office/drawing/2014/main" id="{2EC75CA5-5498-CB52-685F-C3FDB799AF4C}"/>
                </a:ext>
              </a:extLst>
            </p:cNvPr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37" name="Group 37">
            <a:extLst>
              <a:ext uri="{FF2B5EF4-FFF2-40B4-BE49-F238E27FC236}">
                <a16:creationId xmlns:a16="http://schemas.microsoft.com/office/drawing/2014/main" id="{A31946D6-9D01-8AB4-6181-02EBBBF1718C}"/>
              </a:ext>
            </a:extLst>
          </p:cNvPr>
          <p:cNvGrpSpPr/>
          <p:nvPr/>
        </p:nvGrpSpPr>
        <p:grpSpPr>
          <a:xfrm rot="-2608573">
            <a:off x="17088347" y="7603043"/>
            <a:ext cx="1371544" cy="1371544"/>
            <a:chOff x="0" y="0"/>
            <a:chExt cx="361230" cy="361230"/>
          </a:xfrm>
        </p:grpSpPr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CE048B31-82B7-CCF8-907A-4F065FBD1D76}"/>
                </a:ext>
              </a:extLst>
            </p:cNvPr>
            <p:cNvSpPr/>
            <p:nvPr/>
          </p:nvSpPr>
          <p:spPr>
            <a:xfrm>
              <a:off x="0" y="0"/>
              <a:ext cx="361230" cy="361230"/>
            </a:xfrm>
            <a:custGeom>
              <a:avLst/>
              <a:gdLst/>
              <a:ahLst/>
              <a:cxnLst/>
              <a:rect l="l" t="t" r="r" b="b"/>
              <a:pathLst>
                <a:path w="361230" h="361230">
                  <a:moveTo>
                    <a:pt x="141117" y="0"/>
                  </a:moveTo>
                  <a:lnTo>
                    <a:pt x="220113" y="0"/>
                  </a:lnTo>
                  <a:cubicBezTo>
                    <a:pt x="298050" y="0"/>
                    <a:pt x="361230" y="63180"/>
                    <a:pt x="361230" y="141117"/>
                  </a:cubicBezTo>
                  <a:lnTo>
                    <a:pt x="361230" y="220113"/>
                  </a:lnTo>
                  <a:cubicBezTo>
                    <a:pt x="361230" y="298050"/>
                    <a:pt x="298050" y="361230"/>
                    <a:pt x="220113" y="361230"/>
                  </a:cubicBezTo>
                  <a:lnTo>
                    <a:pt x="141117" y="361230"/>
                  </a:lnTo>
                  <a:cubicBezTo>
                    <a:pt x="63180" y="361230"/>
                    <a:pt x="0" y="298050"/>
                    <a:pt x="0" y="220113"/>
                  </a:cubicBezTo>
                  <a:lnTo>
                    <a:pt x="0" y="141117"/>
                  </a:lnTo>
                  <a:cubicBezTo>
                    <a:pt x="0" y="63180"/>
                    <a:pt x="63180" y="0"/>
                    <a:pt x="141117" y="0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  <p:sp>
          <p:nvSpPr>
            <p:cNvPr id="39" name="TextBox 39">
              <a:extLst>
                <a:ext uri="{FF2B5EF4-FFF2-40B4-BE49-F238E27FC236}">
                  <a16:creationId xmlns:a16="http://schemas.microsoft.com/office/drawing/2014/main" id="{542E49E6-FD6D-6BA6-4DF6-77636AE50FD4}"/>
                </a:ext>
              </a:extLst>
            </p:cNvPr>
            <p:cNvSpPr txBox="1"/>
            <p:nvPr/>
          </p:nvSpPr>
          <p:spPr>
            <a:xfrm>
              <a:off x="0" y="-38100"/>
              <a:ext cx="361230" cy="399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0" name="TextBox 40">
            <a:extLst>
              <a:ext uri="{FF2B5EF4-FFF2-40B4-BE49-F238E27FC236}">
                <a16:creationId xmlns:a16="http://schemas.microsoft.com/office/drawing/2014/main" id="{67D1927F-BD80-A03C-53CF-119BB393686F}"/>
              </a:ext>
            </a:extLst>
          </p:cNvPr>
          <p:cNvSpPr txBox="1"/>
          <p:nvPr/>
        </p:nvSpPr>
        <p:spPr>
          <a:xfrm>
            <a:off x="4055744" y="264288"/>
            <a:ext cx="8599715" cy="80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965"/>
              </a:lnSpc>
            </a:pPr>
            <a:r>
              <a:rPr lang="en-US" sz="6600" b="1" dirty="0">
                <a:solidFill>
                  <a:srgbClr val="003865"/>
                </a:solidFill>
                <a:ea typeface="+mn-lt"/>
                <a:cs typeface="+mn-lt"/>
                <a:sym typeface="DM Sans Bold"/>
              </a:rPr>
              <a:t>Pruning </a:t>
            </a:r>
            <a:r>
              <a:rPr lang="en-US" sz="6600" b="1" dirty="0" err="1">
                <a:solidFill>
                  <a:srgbClr val="003865"/>
                </a:solidFill>
                <a:ea typeface="+mn-lt"/>
                <a:cs typeface="+mn-lt"/>
                <a:sym typeface="DM Sans Bold"/>
              </a:rPr>
              <a:t>estructurado</a:t>
            </a:r>
            <a:endParaRPr lang="en-US" b="1" dirty="0" err="1">
              <a:ea typeface="Calibri"/>
              <a:cs typeface="Calibri"/>
            </a:endParaRPr>
          </a:p>
        </p:txBody>
      </p:sp>
      <p:grpSp>
        <p:nvGrpSpPr>
          <p:cNvPr id="41" name="Group 41">
            <a:extLst>
              <a:ext uri="{FF2B5EF4-FFF2-40B4-BE49-F238E27FC236}">
                <a16:creationId xmlns:a16="http://schemas.microsoft.com/office/drawing/2014/main" id="{EBDFEB74-BE86-F16E-3B5F-B57F8847F495}"/>
              </a:ext>
            </a:extLst>
          </p:cNvPr>
          <p:cNvGrpSpPr/>
          <p:nvPr/>
        </p:nvGrpSpPr>
        <p:grpSpPr>
          <a:xfrm>
            <a:off x="13679937" y="264617"/>
            <a:ext cx="4236691" cy="1017667"/>
            <a:chOff x="0" y="0"/>
            <a:chExt cx="5648921" cy="1356890"/>
          </a:xfrm>
        </p:grpSpPr>
        <p:sp>
          <p:nvSpPr>
            <p:cNvPr id="42" name="AutoShape 42">
              <a:extLst>
                <a:ext uri="{FF2B5EF4-FFF2-40B4-BE49-F238E27FC236}">
                  <a16:creationId xmlns:a16="http://schemas.microsoft.com/office/drawing/2014/main" id="{DC23A38A-4520-8584-071F-0EAD60C693BC}"/>
                </a:ext>
              </a:extLst>
            </p:cNvPr>
            <p:cNvSpPr/>
            <p:nvPr/>
          </p:nvSpPr>
          <p:spPr>
            <a:xfrm flipV="1">
              <a:off x="1676475" y="63164"/>
              <a:ext cx="0" cy="1089969"/>
            </a:xfrm>
            <a:prstGeom prst="line">
              <a:avLst/>
            </a:prstGeom>
            <a:ln w="24169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43" name="Group 43">
              <a:extLst>
                <a:ext uri="{FF2B5EF4-FFF2-40B4-BE49-F238E27FC236}">
                  <a16:creationId xmlns:a16="http://schemas.microsoft.com/office/drawing/2014/main" id="{B5FE7A93-83F0-9B1F-137F-527A843C305A}"/>
                </a:ext>
              </a:extLst>
            </p:cNvPr>
            <p:cNvGrpSpPr/>
            <p:nvPr/>
          </p:nvGrpSpPr>
          <p:grpSpPr>
            <a:xfrm>
              <a:off x="351121" y="0"/>
              <a:ext cx="847915" cy="777489"/>
              <a:chOff x="0" y="0"/>
              <a:chExt cx="1791183" cy="1642402"/>
            </a:xfrm>
          </p:grpSpPr>
          <p:sp>
            <p:nvSpPr>
              <p:cNvPr id="44" name="Freeform 44">
                <a:extLst>
                  <a:ext uri="{FF2B5EF4-FFF2-40B4-BE49-F238E27FC236}">
                    <a16:creationId xmlns:a16="http://schemas.microsoft.com/office/drawing/2014/main" id="{B958C9A8-0C8E-7108-6CCE-E3B980E88208}"/>
                  </a:ext>
                </a:extLst>
              </p:cNvPr>
              <p:cNvSpPr/>
              <p:nvPr/>
            </p:nvSpPr>
            <p:spPr>
              <a:xfrm>
                <a:off x="286132" y="63429"/>
                <a:ext cx="1151836" cy="829127"/>
              </a:xfrm>
              <a:custGeom>
                <a:avLst/>
                <a:gdLst/>
                <a:ahLst/>
                <a:cxnLst/>
                <a:rect l="l" t="t" r="r" b="b"/>
                <a:pathLst>
                  <a:path w="1151836" h="829127">
                    <a:moveTo>
                      <a:pt x="0" y="829127"/>
                    </a:moveTo>
                    <a:cubicBezTo>
                      <a:pt x="762" y="780866"/>
                      <a:pt x="17653" y="742386"/>
                      <a:pt x="52197" y="720923"/>
                    </a:cubicBezTo>
                    <a:cubicBezTo>
                      <a:pt x="83185" y="701619"/>
                      <a:pt x="95885" y="675584"/>
                      <a:pt x="107442" y="645612"/>
                    </a:cubicBezTo>
                    <a:cubicBezTo>
                      <a:pt x="172339" y="476575"/>
                      <a:pt x="237364" y="307538"/>
                      <a:pt x="302134" y="138374"/>
                    </a:cubicBezTo>
                    <a:cubicBezTo>
                      <a:pt x="315342" y="103830"/>
                      <a:pt x="328804" y="69286"/>
                      <a:pt x="340615" y="34234"/>
                    </a:cubicBezTo>
                    <a:cubicBezTo>
                      <a:pt x="348108" y="11628"/>
                      <a:pt x="357379" y="-1072"/>
                      <a:pt x="385573" y="71"/>
                    </a:cubicBezTo>
                    <a:cubicBezTo>
                      <a:pt x="449200" y="2738"/>
                      <a:pt x="512954" y="960"/>
                      <a:pt x="580138" y="960"/>
                    </a:cubicBezTo>
                    <a:cubicBezTo>
                      <a:pt x="531369" y="197937"/>
                      <a:pt x="482982" y="392628"/>
                      <a:pt x="433579" y="592145"/>
                    </a:cubicBezTo>
                    <a:cubicBezTo>
                      <a:pt x="540894" y="567634"/>
                      <a:pt x="642876" y="544520"/>
                      <a:pt x="744476" y="520136"/>
                    </a:cubicBezTo>
                    <a:cubicBezTo>
                      <a:pt x="750064" y="518866"/>
                      <a:pt x="757430" y="504134"/>
                      <a:pt x="755779" y="497530"/>
                    </a:cubicBezTo>
                    <a:cubicBezTo>
                      <a:pt x="718949" y="346146"/>
                      <a:pt x="681103" y="195016"/>
                      <a:pt x="643511" y="43759"/>
                    </a:cubicBezTo>
                    <a:cubicBezTo>
                      <a:pt x="640209" y="30551"/>
                      <a:pt x="638050" y="17216"/>
                      <a:pt x="634748" y="960"/>
                    </a:cubicBezTo>
                    <a:cubicBezTo>
                      <a:pt x="706249" y="960"/>
                      <a:pt x="776734" y="452"/>
                      <a:pt x="847219" y="1849"/>
                    </a:cubicBezTo>
                    <a:cubicBezTo>
                      <a:pt x="854077" y="1976"/>
                      <a:pt x="863856" y="13279"/>
                      <a:pt x="867031" y="21407"/>
                    </a:cubicBezTo>
                    <a:cubicBezTo>
                      <a:pt x="919101" y="154630"/>
                      <a:pt x="970410" y="287980"/>
                      <a:pt x="1022988" y="424251"/>
                    </a:cubicBezTo>
                    <a:cubicBezTo>
                      <a:pt x="1073407" y="399613"/>
                      <a:pt x="1113412" y="365069"/>
                      <a:pt x="1141098" y="313253"/>
                    </a:cubicBezTo>
                    <a:cubicBezTo>
                      <a:pt x="1161545" y="359735"/>
                      <a:pt x="1151258" y="410154"/>
                      <a:pt x="1123191" y="442793"/>
                    </a:cubicBezTo>
                    <a:cubicBezTo>
                      <a:pt x="1068200" y="506674"/>
                      <a:pt x="991746" y="531312"/>
                      <a:pt x="916053" y="552521"/>
                    </a:cubicBezTo>
                    <a:cubicBezTo>
                      <a:pt x="769876" y="593415"/>
                      <a:pt x="622048" y="628594"/>
                      <a:pt x="474473" y="664662"/>
                    </a:cubicBezTo>
                    <a:cubicBezTo>
                      <a:pt x="338329" y="697936"/>
                      <a:pt x="200152" y="724352"/>
                      <a:pt x="72136" y="784804"/>
                    </a:cubicBezTo>
                    <a:cubicBezTo>
                      <a:pt x="48641" y="795979"/>
                      <a:pt x="27559" y="811982"/>
                      <a:pt x="127" y="828999"/>
                    </a:cubicBezTo>
                  </a:path>
                </a:pathLst>
              </a:custGeom>
              <a:solidFill>
                <a:srgbClr val="003865"/>
              </a:solidFill>
            </p:spPr>
          </p:sp>
          <p:sp>
            <p:nvSpPr>
              <p:cNvPr id="45" name="Freeform 45">
                <a:extLst>
                  <a:ext uri="{FF2B5EF4-FFF2-40B4-BE49-F238E27FC236}">
                    <a16:creationId xmlns:a16="http://schemas.microsoft.com/office/drawing/2014/main" id="{F53D4079-0015-E031-777B-17C70901DC53}"/>
                  </a:ext>
                </a:extLst>
              </p:cNvPr>
              <p:cNvSpPr/>
              <p:nvPr/>
            </p:nvSpPr>
            <p:spPr>
              <a:xfrm>
                <a:off x="1160529" y="921131"/>
                <a:ext cx="567311" cy="657733"/>
              </a:xfrm>
              <a:custGeom>
                <a:avLst/>
                <a:gdLst/>
                <a:ahLst/>
                <a:cxnLst/>
                <a:rect l="l" t="t" r="r" b="b"/>
                <a:pathLst>
                  <a:path w="567311" h="657733">
                    <a:moveTo>
                      <a:pt x="567184" y="657732"/>
                    </a:moveTo>
                    <a:cubicBezTo>
                      <a:pt x="523369" y="650112"/>
                      <a:pt x="483363" y="642492"/>
                      <a:pt x="442977" y="636142"/>
                    </a:cubicBezTo>
                    <a:cubicBezTo>
                      <a:pt x="380239" y="626363"/>
                      <a:pt x="317374" y="616965"/>
                      <a:pt x="254382" y="608456"/>
                    </a:cubicBezTo>
                    <a:cubicBezTo>
                      <a:pt x="216409" y="603376"/>
                      <a:pt x="177928" y="602106"/>
                      <a:pt x="140463" y="594994"/>
                    </a:cubicBezTo>
                    <a:cubicBezTo>
                      <a:pt x="129922" y="592962"/>
                      <a:pt x="116714" y="577976"/>
                      <a:pt x="113793" y="566546"/>
                    </a:cubicBezTo>
                    <a:cubicBezTo>
                      <a:pt x="90171" y="476122"/>
                      <a:pt x="68961" y="385063"/>
                      <a:pt x="46482" y="294258"/>
                    </a:cubicBezTo>
                    <a:cubicBezTo>
                      <a:pt x="31369" y="232917"/>
                      <a:pt x="15367" y="171703"/>
                      <a:pt x="0" y="111505"/>
                    </a:cubicBezTo>
                    <a:cubicBezTo>
                      <a:pt x="103505" y="74802"/>
                      <a:pt x="206884" y="38227"/>
                      <a:pt x="314707" y="0"/>
                    </a:cubicBezTo>
                    <a:cubicBezTo>
                      <a:pt x="396368" y="212724"/>
                      <a:pt x="481078" y="433196"/>
                      <a:pt x="567311" y="657732"/>
                    </a:cubicBezTo>
                  </a:path>
                </a:pathLst>
              </a:custGeom>
              <a:solidFill>
                <a:srgbClr val="003865"/>
              </a:solidFill>
            </p:spPr>
          </p:sp>
          <p:sp>
            <p:nvSpPr>
              <p:cNvPr id="46" name="Freeform 46">
                <a:extLst>
                  <a:ext uri="{FF2B5EF4-FFF2-40B4-BE49-F238E27FC236}">
                    <a16:creationId xmlns:a16="http://schemas.microsoft.com/office/drawing/2014/main" id="{F825B35D-AA6B-3B7E-1BC0-536286FE1786}"/>
                  </a:ext>
                </a:extLst>
              </p:cNvPr>
              <p:cNvSpPr/>
              <p:nvPr/>
            </p:nvSpPr>
            <p:spPr>
              <a:xfrm>
                <a:off x="113698" y="602615"/>
                <a:ext cx="1465957" cy="768223"/>
              </a:xfrm>
              <a:custGeom>
                <a:avLst/>
                <a:gdLst/>
                <a:ahLst/>
                <a:cxnLst/>
                <a:rect l="l" t="t" r="r" b="b"/>
                <a:pathLst>
                  <a:path w="1465957" h="768223">
                    <a:moveTo>
                      <a:pt x="856" y="768222"/>
                    </a:moveTo>
                    <a:cubicBezTo>
                      <a:pt x="856" y="749934"/>
                      <a:pt x="-1303" y="731392"/>
                      <a:pt x="1237" y="713485"/>
                    </a:cubicBezTo>
                    <a:cubicBezTo>
                      <a:pt x="14699" y="617600"/>
                      <a:pt x="77438" y="556132"/>
                      <a:pt x="154400" y="508761"/>
                    </a:cubicBezTo>
                    <a:cubicBezTo>
                      <a:pt x="269716" y="437768"/>
                      <a:pt x="400145" y="406653"/>
                      <a:pt x="530321" y="376173"/>
                    </a:cubicBezTo>
                    <a:cubicBezTo>
                      <a:pt x="636493" y="351282"/>
                      <a:pt x="742665" y="326136"/>
                      <a:pt x="848203" y="298323"/>
                    </a:cubicBezTo>
                    <a:cubicBezTo>
                      <a:pt x="971520" y="265684"/>
                      <a:pt x="1095472" y="234569"/>
                      <a:pt x="1216250" y="194056"/>
                    </a:cubicBezTo>
                    <a:cubicBezTo>
                      <a:pt x="1314548" y="161036"/>
                      <a:pt x="1404972" y="110744"/>
                      <a:pt x="1451581" y="0"/>
                    </a:cubicBezTo>
                    <a:cubicBezTo>
                      <a:pt x="1470378" y="44450"/>
                      <a:pt x="1468092" y="83058"/>
                      <a:pt x="1459709" y="121412"/>
                    </a:cubicBezTo>
                    <a:cubicBezTo>
                      <a:pt x="1440405" y="210058"/>
                      <a:pt x="1374492" y="258699"/>
                      <a:pt x="1297022" y="285115"/>
                    </a:cubicBezTo>
                    <a:cubicBezTo>
                      <a:pt x="1146908" y="336296"/>
                      <a:pt x="994380" y="380364"/>
                      <a:pt x="841980" y="424052"/>
                    </a:cubicBezTo>
                    <a:cubicBezTo>
                      <a:pt x="661385" y="475741"/>
                      <a:pt x="479394" y="522604"/>
                      <a:pt x="298799" y="574166"/>
                    </a:cubicBezTo>
                    <a:cubicBezTo>
                      <a:pt x="213455" y="598550"/>
                      <a:pt x="136239" y="641349"/>
                      <a:pt x="68929" y="699642"/>
                    </a:cubicBezTo>
                    <a:cubicBezTo>
                      <a:pt x="46322" y="719327"/>
                      <a:pt x="28796" y="744854"/>
                      <a:pt x="8857" y="767714"/>
                    </a:cubicBezTo>
                    <a:cubicBezTo>
                      <a:pt x="6190" y="767841"/>
                      <a:pt x="3523" y="767968"/>
                      <a:pt x="856" y="768095"/>
                    </a:cubicBezTo>
                  </a:path>
                </a:pathLst>
              </a:custGeom>
              <a:solidFill>
                <a:srgbClr val="003865"/>
              </a:solidFill>
            </p:spPr>
          </p:sp>
          <p:sp>
            <p:nvSpPr>
              <p:cNvPr id="47" name="Freeform 47">
                <a:extLst>
                  <a:ext uri="{FF2B5EF4-FFF2-40B4-BE49-F238E27FC236}">
                    <a16:creationId xmlns:a16="http://schemas.microsoft.com/office/drawing/2014/main" id="{6E4A226F-162D-6F97-4213-6FF37873E420}"/>
                  </a:ext>
                </a:extLst>
              </p:cNvPr>
              <p:cNvSpPr/>
              <p:nvPr/>
            </p:nvSpPr>
            <p:spPr>
              <a:xfrm>
                <a:off x="191335" y="477393"/>
                <a:ext cx="1319675" cy="635127"/>
              </a:xfrm>
              <a:custGeom>
                <a:avLst/>
                <a:gdLst/>
                <a:ahLst/>
                <a:cxnLst/>
                <a:rect l="l" t="t" r="r" b="b"/>
                <a:pathLst>
                  <a:path w="1319675" h="635127">
                    <a:moveTo>
                      <a:pt x="11866" y="634999"/>
                    </a:moveTo>
                    <a:cubicBezTo>
                      <a:pt x="-8581" y="601852"/>
                      <a:pt x="-1342" y="556640"/>
                      <a:pt x="23931" y="521334"/>
                    </a:cubicBezTo>
                    <a:cubicBezTo>
                      <a:pt x="67365" y="460374"/>
                      <a:pt x="130611" y="427735"/>
                      <a:pt x="197921" y="407669"/>
                    </a:cubicBezTo>
                    <a:cubicBezTo>
                      <a:pt x="326445" y="369188"/>
                      <a:pt x="457002" y="337311"/>
                      <a:pt x="587177" y="304673"/>
                    </a:cubicBezTo>
                    <a:cubicBezTo>
                      <a:pt x="766502" y="259715"/>
                      <a:pt x="949763" y="228981"/>
                      <a:pt x="1122611" y="160274"/>
                    </a:cubicBezTo>
                    <a:cubicBezTo>
                      <a:pt x="1195763" y="131191"/>
                      <a:pt x="1259136" y="87376"/>
                      <a:pt x="1296474" y="14224"/>
                    </a:cubicBezTo>
                    <a:cubicBezTo>
                      <a:pt x="1298887" y="9398"/>
                      <a:pt x="1302697" y="5207"/>
                      <a:pt x="1306380" y="0"/>
                    </a:cubicBezTo>
                    <a:cubicBezTo>
                      <a:pt x="1335590" y="52578"/>
                      <a:pt x="1313238" y="132207"/>
                      <a:pt x="1272598" y="177165"/>
                    </a:cubicBezTo>
                    <a:cubicBezTo>
                      <a:pt x="1215321" y="240284"/>
                      <a:pt x="1139883" y="270510"/>
                      <a:pt x="1061270" y="292100"/>
                    </a:cubicBezTo>
                    <a:cubicBezTo>
                      <a:pt x="914838" y="332359"/>
                      <a:pt x="767264" y="368426"/>
                      <a:pt x="620197" y="406526"/>
                    </a:cubicBezTo>
                    <a:cubicBezTo>
                      <a:pt x="491165" y="440054"/>
                      <a:pt x="361498" y="471550"/>
                      <a:pt x="233481" y="508507"/>
                    </a:cubicBezTo>
                    <a:cubicBezTo>
                      <a:pt x="150423" y="532383"/>
                      <a:pt x="72572" y="569340"/>
                      <a:pt x="11993" y="635126"/>
                    </a:cubicBezTo>
                  </a:path>
                </a:pathLst>
              </a:custGeom>
              <a:solidFill>
                <a:srgbClr val="003865"/>
              </a:solidFill>
            </p:spPr>
          </p:sp>
          <p:sp>
            <p:nvSpPr>
              <p:cNvPr id="48" name="Freeform 48">
                <a:extLst>
                  <a:ext uri="{FF2B5EF4-FFF2-40B4-BE49-F238E27FC236}">
                    <a16:creationId xmlns:a16="http://schemas.microsoft.com/office/drawing/2014/main" id="{6A5F64A5-17E9-36FB-A936-4D00EE7A46E7}"/>
                  </a:ext>
                </a:extLst>
              </p:cNvPr>
              <p:cNvSpPr/>
              <p:nvPr/>
            </p:nvSpPr>
            <p:spPr>
              <a:xfrm>
                <a:off x="63373" y="1179321"/>
                <a:ext cx="524258" cy="398907"/>
              </a:xfrm>
              <a:custGeom>
                <a:avLst/>
                <a:gdLst/>
                <a:ahLst/>
                <a:cxnLst/>
                <a:rect l="l" t="t" r="r" b="b"/>
                <a:pathLst>
                  <a:path w="524258" h="398907">
                    <a:moveTo>
                      <a:pt x="127" y="398907"/>
                    </a:moveTo>
                    <a:cubicBezTo>
                      <a:pt x="26543" y="274320"/>
                      <a:pt x="88646" y="178943"/>
                      <a:pt x="201296" y="117094"/>
                    </a:cubicBezTo>
                    <a:cubicBezTo>
                      <a:pt x="301499" y="62103"/>
                      <a:pt x="409703" y="33274"/>
                      <a:pt x="524258" y="0"/>
                    </a:cubicBezTo>
                    <a:cubicBezTo>
                      <a:pt x="516257" y="35687"/>
                      <a:pt x="510161" y="65786"/>
                      <a:pt x="502795" y="95504"/>
                    </a:cubicBezTo>
                    <a:cubicBezTo>
                      <a:pt x="485523" y="165354"/>
                      <a:pt x="467108" y="235077"/>
                      <a:pt x="450343" y="305054"/>
                    </a:cubicBezTo>
                    <a:cubicBezTo>
                      <a:pt x="444755" y="328549"/>
                      <a:pt x="433198" y="336550"/>
                      <a:pt x="408179" y="339090"/>
                    </a:cubicBezTo>
                    <a:cubicBezTo>
                      <a:pt x="324486" y="347472"/>
                      <a:pt x="240920" y="359029"/>
                      <a:pt x="157735" y="371094"/>
                    </a:cubicBezTo>
                    <a:cubicBezTo>
                      <a:pt x="104775" y="378714"/>
                      <a:pt x="52324" y="389636"/>
                      <a:pt x="0" y="398907"/>
                    </a:cubicBezTo>
                  </a:path>
                </a:pathLst>
              </a:custGeom>
              <a:solidFill>
                <a:srgbClr val="003865"/>
              </a:solidFill>
            </p:spPr>
          </p:sp>
        </p:grpSp>
        <p:grpSp>
          <p:nvGrpSpPr>
            <p:cNvPr id="49" name="Group 49">
              <a:extLst>
                <a:ext uri="{FF2B5EF4-FFF2-40B4-BE49-F238E27FC236}">
                  <a16:creationId xmlns:a16="http://schemas.microsoft.com/office/drawing/2014/main" id="{991B9249-E66D-58A0-937F-CBD09D5419F0}"/>
                </a:ext>
              </a:extLst>
            </p:cNvPr>
            <p:cNvGrpSpPr/>
            <p:nvPr/>
          </p:nvGrpSpPr>
          <p:grpSpPr>
            <a:xfrm>
              <a:off x="113085" y="794655"/>
              <a:ext cx="305916" cy="342156"/>
              <a:chOff x="0" y="0"/>
              <a:chExt cx="1131697" cy="1265758"/>
            </a:xfrm>
          </p:grpSpPr>
          <p:sp>
            <p:nvSpPr>
              <p:cNvPr id="50" name="Freeform 50">
                <a:extLst>
                  <a:ext uri="{FF2B5EF4-FFF2-40B4-BE49-F238E27FC236}">
                    <a16:creationId xmlns:a16="http://schemas.microsoft.com/office/drawing/2014/main" id="{ECBAEA9C-7F0F-E2C8-B59A-1F398536366D}"/>
                  </a:ext>
                </a:extLst>
              </p:cNvPr>
              <p:cNvSpPr/>
              <p:nvPr/>
            </p:nvSpPr>
            <p:spPr>
              <a:xfrm>
                <a:off x="0" y="0"/>
                <a:ext cx="1131697" cy="1265809"/>
              </a:xfrm>
              <a:custGeom>
                <a:avLst/>
                <a:gdLst/>
                <a:ahLst/>
                <a:cxnLst/>
                <a:rect l="l" t="t" r="r" b="b"/>
                <a:pathLst>
                  <a:path w="1131697" h="1265809">
                    <a:moveTo>
                      <a:pt x="1131697" y="0"/>
                    </a:moveTo>
                    <a:lnTo>
                      <a:pt x="1131697" y="703072"/>
                    </a:lnTo>
                    <a:cubicBezTo>
                      <a:pt x="1131697" y="1109980"/>
                      <a:pt x="913511" y="1265809"/>
                      <a:pt x="565785" y="1265809"/>
                    </a:cubicBezTo>
                    <a:cubicBezTo>
                      <a:pt x="218059" y="1265809"/>
                      <a:pt x="0" y="1109853"/>
                      <a:pt x="0" y="703072"/>
                    </a:cubicBezTo>
                    <a:lnTo>
                      <a:pt x="0" y="0"/>
                    </a:lnTo>
                    <a:lnTo>
                      <a:pt x="311785" y="0"/>
                    </a:lnTo>
                    <a:lnTo>
                      <a:pt x="311785" y="625094"/>
                    </a:lnTo>
                    <a:cubicBezTo>
                      <a:pt x="311785" y="891667"/>
                      <a:pt x="411607" y="993013"/>
                      <a:pt x="565912" y="993013"/>
                    </a:cubicBezTo>
                    <a:cubicBezTo>
                      <a:pt x="720217" y="993013"/>
                      <a:pt x="820039" y="891667"/>
                      <a:pt x="820039" y="625094"/>
                    </a:cubicBezTo>
                    <a:lnTo>
                      <a:pt x="820039" y="0"/>
                    </a:lnTo>
                    <a:close/>
                  </a:path>
                </a:pathLst>
              </a:custGeom>
              <a:solidFill>
                <a:srgbClr val="003865"/>
              </a:solidFill>
            </p:spPr>
          </p:sp>
        </p:grpSp>
        <p:grpSp>
          <p:nvGrpSpPr>
            <p:cNvPr id="51" name="Group 51">
              <a:extLst>
                <a:ext uri="{FF2B5EF4-FFF2-40B4-BE49-F238E27FC236}">
                  <a16:creationId xmlns:a16="http://schemas.microsoft.com/office/drawing/2014/main" id="{0EA31C1B-0588-8B79-6AF0-290F246C1125}"/>
                </a:ext>
              </a:extLst>
            </p:cNvPr>
            <p:cNvGrpSpPr/>
            <p:nvPr/>
          </p:nvGrpSpPr>
          <p:grpSpPr>
            <a:xfrm>
              <a:off x="465058" y="777489"/>
              <a:ext cx="641120" cy="375643"/>
              <a:chOff x="0" y="0"/>
              <a:chExt cx="2371738" cy="1389647"/>
            </a:xfrm>
          </p:grpSpPr>
          <p:sp>
            <p:nvSpPr>
              <p:cNvPr id="52" name="Freeform 52">
                <a:extLst>
                  <a:ext uri="{FF2B5EF4-FFF2-40B4-BE49-F238E27FC236}">
                    <a16:creationId xmlns:a16="http://schemas.microsoft.com/office/drawing/2014/main" id="{57E61250-CBB5-12A2-2166-3BAFA8A55AC6}"/>
                  </a:ext>
                </a:extLst>
              </p:cNvPr>
              <p:cNvSpPr/>
              <p:nvPr/>
            </p:nvSpPr>
            <p:spPr>
              <a:xfrm>
                <a:off x="63500" y="63500"/>
                <a:ext cx="1130175" cy="1247142"/>
              </a:xfrm>
              <a:custGeom>
                <a:avLst/>
                <a:gdLst/>
                <a:ahLst/>
                <a:cxnLst/>
                <a:rect l="l" t="t" r="r" b="b"/>
                <a:pathLst>
                  <a:path w="1130175" h="1247142">
                    <a:moveTo>
                      <a:pt x="815215" y="453645"/>
                    </a:moveTo>
                    <a:cubicBezTo>
                      <a:pt x="815215" y="349251"/>
                      <a:pt x="748159" y="280671"/>
                      <a:pt x="578232" y="280671"/>
                    </a:cubicBezTo>
                    <a:lnTo>
                      <a:pt x="311786" y="280671"/>
                    </a:lnTo>
                    <a:lnTo>
                      <a:pt x="311786" y="612649"/>
                    </a:lnTo>
                    <a:lnTo>
                      <a:pt x="578359" y="612649"/>
                    </a:lnTo>
                    <a:cubicBezTo>
                      <a:pt x="748286" y="612649"/>
                      <a:pt x="815342" y="545593"/>
                      <a:pt x="815342" y="453645"/>
                    </a:cubicBezTo>
                    <a:moveTo>
                      <a:pt x="1130176" y="452121"/>
                    </a:moveTo>
                    <a:cubicBezTo>
                      <a:pt x="1130176" y="798197"/>
                      <a:pt x="849632" y="893320"/>
                      <a:pt x="562738" y="893320"/>
                    </a:cubicBezTo>
                    <a:lnTo>
                      <a:pt x="311786" y="893320"/>
                    </a:lnTo>
                    <a:lnTo>
                      <a:pt x="311786" y="1247142"/>
                    </a:lnTo>
                    <a:lnTo>
                      <a:pt x="0" y="1247142"/>
                    </a:lnTo>
                    <a:lnTo>
                      <a:pt x="0" y="0"/>
                    </a:lnTo>
                    <a:lnTo>
                      <a:pt x="547117" y="0"/>
                    </a:lnTo>
                    <a:cubicBezTo>
                      <a:pt x="818390" y="0"/>
                      <a:pt x="1130049" y="81026"/>
                      <a:pt x="1130049" y="452121"/>
                    </a:cubicBezTo>
                  </a:path>
                </a:pathLst>
              </a:custGeom>
              <a:solidFill>
                <a:srgbClr val="003865"/>
              </a:solidFill>
            </p:spPr>
          </p:sp>
          <p:sp>
            <p:nvSpPr>
              <p:cNvPr id="53" name="Freeform 53">
                <a:extLst>
                  <a:ext uri="{FF2B5EF4-FFF2-40B4-BE49-F238E27FC236}">
                    <a16:creationId xmlns:a16="http://schemas.microsoft.com/office/drawing/2014/main" id="{B41B754E-E29B-E6EF-D152-BE8D3FA414E4}"/>
                  </a:ext>
                </a:extLst>
              </p:cNvPr>
              <p:cNvSpPr/>
              <p:nvPr/>
            </p:nvSpPr>
            <p:spPr>
              <a:xfrm>
                <a:off x="1304293" y="453264"/>
                <a:ext cx="1003810" cy="872872"/>
              </a:xfrm>
              <a:custGeom>
                <a:avLst/>
                <a:gdLst/>
                <a:ahLst/>
                <a:cxnLst/>
                <a:rect l="l" t="t" r="r" b="b"/>
                <a:pathLst>
                  <a:path w="1003810" h="872872">
                    <a:moveTo>
                      <a:pt x="313436" y="374015"/>
                    </a:moveTo>
                    <a:lnTo>
                      <a:pt x="701549" y="374015"/>
                    </a:lnTo>
                    <a:cubicBezTo>
                      <a:pt x="685928" y="271145"/>
                      <a:pt x="625222" y="225933"/>
                      <a:pt x="495809" y="225933"/>
                    </a:cubicBezTo>
                    <a:cubicBezTo>
                      <a:pt x="391414" y="228981"/>
                      <a:pt x="329057" y="277368"/>
                      <a:pt x="313436" y="374015"/>
                    </a:cubicBezTo>
                    <a:moveTo>
                      <a:pt x="575311" y="665608"/>
                    </a:moveTo>
                    <a:cubicBezTo>
                      <a:pt x="715646" y="665608"/>
                      <a:pt x="851282" y="625095"/>
                      <a:pt x="969647" y="582931"/>
                    </a:cubicBezTo>
                    <a:lnTo>
                      <a:pt x="969647" y="805816"/>
                    </a:lnTo>
                    <a:cubicBezTo>
                      <a:pt x="891669" y="847853"/>
                      <a:pt x="737363" y="872872"/>
                      <a:pt x="573660" y="872872"/>
                    </a:cubicBezTo>
                    <a:cubicBezTo>
                      <a:pt x="196469" y="872872"/>
                      <a:pt x="0" y="718567"/>
                      <a:pt x="0" y="445771"/>
                    </a:cubicBezTo>
                    <a:cubicBezTo>
                      <a:pt x="0" y="171450"/>
                      <a:pt x="194818" y="0"/>
                      <a:pt x="495682" y="0"/>
                    </a:cubicBezTo>
                    <a:cubicBezTo>
                      <a:pt x="835535" y="0"/>
                      <a:pt x="1003810" y="197993"/>
                      <a:pt x="1003810" y="506604"/>
                    </a:cubicBezTo>
                    <a:lnTo>
                      <a:pt x="319659" y="506604"/>
                    </a:lnTo>
                    <a:cubicBezTo>
                      <a:pt x="344552" y="595504"/>
                      <a:pt x="414783" y="665608"/>
                      <a:pt x="575311" y="665608"/>
                    </a:cubicBezTo>
                  </a:path>
                </a:pathLst>
              </a:custGeom>
              <a:solidFill>
                <a:srgbClr val="003865"/>
              </a:solidFill>
            </p:spPr>
          </p:sp>
        </p:grpSp>
        <p:grpSp>
          <p:nvGrpSpPr>
            <p:cNvPr id="54" name="Group 54">
              <a:extLst>
                <a:ext uri="{FF2B5EF4-FFF2-40B4-BE49-F238E27FC236}">
                  <a16:creationId xmlns:a16="http://schemas.microsoft.com/office/drawing/2014/main" id="{837E9988-6C0A-049E-E25D-CE1F17FE76D6}"/>
                </a:ext>
              </a:extLst>
            </p:cNvPr>
            <p:cNvGrpSpPr/>
            <p:nvPr/>
          </p:nvGrpSpPr>
          <p:grpSpPr>
            <a:xfrm>
              <a:off x="1131156" y="794655"/>
              <a:ext cx="305916" cy="342156"/>
              <a:chOff x="0" y="0"/>
              <a:chExt cx="1131697" cy="1265758"/>
            </a:xfrm>
          </p:grpSpPr>
          <p:sp>
            <p:nvSpPr>
              <p:cNvPr id="55" name="Freeform 55">
                <a:extLst>
                  <a:ext uri="{FF2B5EF4-FFF2-40B4-BE49-F238E27FC236}">
                    <a16:creationId xmlns:a16="http://schemas.microsoft.com/office/drawing/2014/main" id="{044A412E-B48A-4C6C-9AC8-9087532763B6}"/>
                  </a:ext>
                </a:extLst>
              </p:cNvPr>
              <p:cNvSpPr/>
              <p:nvPr/>
            </p:nvSpPr>
            <p:spPr>
              <a:xfrm>
                <a:off x="0" y="0"/>
                <a:ext cx="1131697" cy="1265809"/>
              </a:xfrm>
              <a:custGeom>
                <a:avLst/>
                <a:gdLst/>
                <a:ahLst/>
                <a:cxnLst/>
                <a:rect l="l" t="t" r="r" b="b"/>
                <a:pathLst>
                  <a:path w="1131697" h="1265809">
                    <a:moveTo>
                      <a:pt x="1131697" y="0"/>
                    </a:moveTo>
                    <a:lnTo>
                      <a:pt x="1131697" y="703072"/>
                    </a:lnTo>
                    <a:cubicBezTo>
                      <a:pt x="1131697" y="1109980"/>
                      <a:pt x="913511" y="1265809"/>
                      <a:pt x="565785" y="1265809"/>
                    </a:cubicBezTo>
                    <a:cubicBezTo>
                      <a:pt x="218059" y="1265809"/>
                      <a:pt x="0" y="1109853"/>
                      <a:pt x="0" y="703072"/>
                    </a:cubicBezTo>
                    <a:lnTo>
                      <a:pt x="0" y="0"/>
                    </a:lnTo>
                    <a:lnTo>
                      <a:pt x="311785" y="0"/>
                    </a:lnTo>
                    <a:lnTo>
                      <a:pt x="311785" y="625094"/>
                    </a:lnTo>
                    <a:cubicBezTo>
                      <a:pt x="311785" y="891667"/>
                      <a:pt x="411607" y="993013"/>
                      <a:pt x="565912" y="993013"/>
                    </a:cubicBezTo>
                    <a:cubicBezTo>
                      <a:pt x="720217" y="993013"/>
                      <a:pt x="820039" y="891667"/>
                      <a:pt x="820039" y="625094"/>
                    </a:cubicBezTo>
                    <a:lnTo>
                      <a:pt x="820039" y="0"/>
                    </a:lnTo>
                    <a:close/>
                  </a:path>
                </a:pathLst>
              </a:custGeom>
              <a:solidFill>
                <a:srgbClr val="003865"/>
              </a:solidFill>
            </p:spPr>
          </p:sp>
        </p:grpSp>
        <p:sp>
          <p:nvSpPr>
            <p:cNvPr id="56" name="TextBox 56">
              <a:extLst>
                <a:ext uri="{FF2B5EF4-FFF2-40B4-BE49-F238E27FC236}">
                  <a16:creationId xmlns:a16="http://schemas.microsoft.com/office/drawing/2014/main" id="{9FD9782F-B432-9A60-622D-485D695FA391}"/>
                </a:ext>
              </a:extLst>
            </p:cNvPr>
            <p:cNvSpPr txBox="1"/>
            <p:nvPr/>
          </p:nvSpPr>
          <p:spPr>
            <a:xfrm>
              <a:off x="1837151" y="34589"/>
              <a:ext cx="3811770" cy="7256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17"/>
                </a:lnSpc>
              </a:pPr>
              <a:r>
                <a:rPr lang="en-US" sz="3486" spc="282">
                  <a:solidFill>
                    <a:srgbClr val="12315F"/>
                  </a:solidFill>
                  <a:latin typeface="Prompt Light"/>
                  <a:ea typeface="Prompt Light"/>
                  <a:cs typeface="Prompt Light"/>
                  <a:sym typeface="Prompt Light"/>
                </a:rPr>
                <a:t>INGENIERÍA </a:t>
              </a:r>
            </a:p>
          </p:txBody>
        </p:sp>
        <p:sp>
          <p:nvSpPr>
            <p:cNvPr id="57" name="TextBox 57">
              <a:extLst>
                <a:ext uri="{FF2B5EF4-FFF2-40B4-BE49-F238E27FC236}">
                  <a16:creationId xmlns:a16="http://schemas.microsoft.com/office/drawing/2014/main" id="{A660DDF7-48F3-A65A-DA0F-AE5AE973EA9F}"/>
                </a:ext>
              </a:extLst>
            </p:cNvPr>
            <p:cNvSpPr txBox="1"/>
            <p:nvPr/>
          </p:nvSpPr>
          <p:spPr>
            <a:xfrm>
              <a:off x="1837151" y="598407"/>
              <a:ext cx="747389" cy="7004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47"/>
                </a:lnSpc>
              </a:pPr>
              <a:r>
                <a:rPr lang="en-US" sz="3267" b="1" spc="71">
                  <a:solidFill>
                    <a:srgbClr val="12315F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DE</a:t>
              </a:r>
            </a:p>
          </p:txBody>
        </p:sp>
        <p:sp>
          <p:nvSpPr>
            <p:cNvPr id="58" name="TextBox 58">
              <a:extLst>
                <a:ext uri="{FF2B5EF4-FFF2-40B4-BE49-F238E27FC236}">
                  <a16:creationId xmlns:a16="http://schemas.microsoft.com/office/drawing/2014/main" id="{DE0BCCC7-66A6-4671-9B34-0FBBF241CFB5}"/>
                </a:ext>
              </a:extLst>
            </p:cNvPr>
            <p:cNvSpPr txBox="1"/>
            <p:nvPr/>
          </p:nvSpPr>
          <p:spPr>
            <a:xfrm>
              <a:off x="2666546" y="598407"/>
              <a:ext cx="2883518" cy="7004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47"/>
                </a:lnSpc>
              </a:pPr>
              <a:r>
                <a:rPr lang="en-US" sz="3267" b="1" spc="98">
                  <a:solidFill>
                    <a:srgbClr val="12315F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SISTEMAS</a:t>
              </a:r>
            </a:p>
          </p:txBody>
        </p:sp>
        <p:sp>
          <p:nvSpPr>
            <p:cNvPr id="59" name="TextBox 59">
              <a:extLst>
                <a:ext uri="{FF2B5EF4-FFF2-40B4-BE49-F238E27FC236}">
                  <a16:creationId xmlns:a16="http://schemas.microsoft.com/office/drawing/2014/main" id="{5F386724-74C9-DB3D-1F27-96E639744C22}"/>
                </a:ext>
              </a:extLst>
            </p:cNvPr>
            <p:cNvSpPr txBox="1"/>
            <p:nvPr/>
          </p:nvSpPr>
          <p:spPr>
            <a:xfrm>
              <a:off x="0" y="1193657"/>
              <a:ext cx="1550157" cy="1632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82"/>
                </a:lnSpc>
              </a:pPr>
              <a:r>
                <a:rPr lang="en-US" sz="701">
                  <a:solidFill>
                    <a:srgbClr val="12315F"/>
                  </a:solidFill>
                  <a:latin typeface="Myriad Light"/>
                  <a:ea typeface="Myriad Light"/>
                  <a:cs typeface="Myriad Light"/>
                  <a:sym typeface="Myriad Light"/>
                </a:rPr>
                <a:t>UNIVERSIDAD PERUANA UNIÓN</a:t>
              </a:r>
            </a:p>
          </p:txBody>
        </p:sp>
      </p:grpSp>
      <p:sp>
        <p:nvSpPr>
          <p:cNvPr id="60" name="TextBox 60">
            <a:extLst>
              <a:ext uri="{FF2B5EF4-FFF2-40B4-BE49-F238E27FC236}">
                <a16:creationId xmlns:a16="http://schemas.microsoft.com/office/drawing/2014/main" id="{FF9D1F09-0A79-7939-9300-6043A84F6BFA}"/>
              </a:ext>
            </a:extLst>
          </p:cNvPr>
          <p:cNvSpPr txBox="1"/>
          <p:nvPr/>
        </p:nvSpPr>
        <p:spPr>
          <a:xfrm>
            <a:off x="211033" y="9815512"/>
            <a:ext cx="5825841" cy="342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60"/>
              </a:lnSpc>
              <a:spcBef>
                <a:spcPct val="0"/>
              </a:spcBef>
            </a:pPr>
            <a:r>
              <a:rPr lang="en-US" sz="2300" u="none" strike="noStrike">
                <a:solidFill>
                  <a:srgbClr val="003865"/>
                </a:solidFill>
                <a:latin typeface="DM Sans"/>
                <a:ea typeface="DM Sans"/>
                <a:cs typeface="DM Sans"/>
                <a:sym typeface="DM Sans"/>
              </a:rPr>
              <a:t>XVII Jornada Científica - EP. Ing. Sistemas</a:t>
            </a:r>
          </a:p>
        </p:txBody>
      </p:sp>
      <p:pic>
        <p:nvPicPr>
          <p:cNvPr id="7" name="Picture 6" descr="A diagram of a network&#10;&#10;AI-generated content may be incorrect.">
            <a:extLst>
              <a:ext uri="{FF2B5EF4-FFF2-40B4-BE49-F238E27FC236}">
                <a16:creationId xmlns:a16="http://schemas.microsoft.com/office/drawing/2014/main" id="{2ADA30F1-25EB-9A05-1BA7-0AC2D8C7A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009" y="1599111"/>
            <a:ext cx="11021786" cy="5943600"/>
          </a:xfrm>
          <a:prstGeom prst="rect">
            <a:avLst/>
          </a:prstGeom>
        </p:spPr>
      </p:pic>
      <p:pic>
        <p:nvPicPr>
          <p:cNvPr id="8" name="Picture 7" descr="A black screen with a black background&#10;&#10;AI-generated content may be incorrect.">
            <a:extLst>
              <a:ext uri="{FF2B5EF4-FFF2-40B4-BE49-F238E27FC236}">
                <a16:creationId xmlns:a16="http://schemas.microsoft.com/office/drawing/2014/main" id="{746BE316-6528-C6CC-F52B-0E4F5FDA3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8077" y="4963206"/>
            <a:ext cx="12329432" cy="4703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855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4B1B09-9E08-D4DE-28BF-0383B8ABB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27FFC86-7EAD-569F-77C4-40F5A052B3FC}"/>
              </a:ext>
            </a:extLst>
          </p:cNvPr>
          <p:cNvGrpSpPr/>
          <p:nvPr/>
        </p:nvGrpSpPr>
        <p:grpSpPr>
          <a:xfrm rot="60000">
            <a:off x="9236421" y="-6213694"/>
            <a:ext cx="10694888" cy="10684506"/>
            <a:chOff x="0" y="0"/>
            <a:chExt cx="890190" cy="88932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A644F9D-9632-C4CA-C60C-732F5793D27B}"/>
                </a:ext>
              </a:extLst>
            </p:cNvPr>
            <p:cNvSpPr/>
            <p:nvPr/>
          </p:nvSpPr>
          <p:spPr>
            <a:xfrm>
              <a:off x="30005" y="29964"/>
              <a:ext cx="830180" cy="829398"/>
            </a:xfrm>
            <a:custGeom>
              <a:avLst/>
              <a:gdLst/>
              <a:ahLst/>
              <a:cxnLst/>
              <a:rect l="l" t="t" r="r" b="b"/>
              <a:pathLst>
                <a:path w="830180" h="829398">
                  <a:moveTo>
                    <a:pt x="466302" y="21198"/>
                  </a:moveTo>
                  <a:lnTo>
                    <a:pt x="808974" y="363537"/>
                  </a:lnTo>
                  <a:cubicBezTo>
                    <a:pt x="822551" y="377102"/>
                    <a:pt x="830180" y="395507"/>
                    <a:pt x="830180" y="414699"/>
                  </a:cubicBezTo>
                  <a:cubicBezTo>
                    <a:pt x="830180" y="433891"/>
                    <a:pt x="822551" y="452297"/>
                    <a:pt x="808974" y="465861"/>
                  </a:cubicBezTo>
                  <a:lnTo>
                    <a:pt x="466302" y="808200"/>
                  </a:lnTo>
                  <a:cubicBezTo>
                    <a:pt x="438010" y="836464"/>
                    <a:pt x="392170" y="836464"/>
                    <a:pt x="363879" y="808200"/>
                  </a:cubicBezTo>
                  <a:lnTo>
                    <a:pt x="21207" y="465861"/>
                  </a:lnTo>
                  <a:cubicBezTo>
                    <a:pt x="7629" y="452297"/>
                    <a:pt x="0" y="433891"/>
                    <a:pt x="0" y="414699"/>
                  </a:cubicBezTo>
                  <a:cubicBezTo>
                    <a:pt x="0" y="395507"/>
                    <a:pt x="7629" y="377102"/>
                    <a:pt x="21207" y="363537"/>
                  </a:cubicBezTo>
                  <a:lnTo>
                    <a:pt x="363879" y="21198"/>
                  </a:lnTo>
                  <a:cubicBezTo>
                    <a:pt x="392170" y="-7066"/>
                    <a:pt x="438010" y="-7066"/>
                    <a:pt x="466302" y="21198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5AD52153-4B97-3F93-FEFB-A6300FD8E740}"/>
              </a:ext>
            </a:extLst>
          </p:cNvPr>
          <p:cNvGrpSpPr/>
          <p:nvPr/>
        </p:nvGrpSpPr>
        <p:grpSpPr>
          <a:xfrm>
            <a:off x="-7951486" y="-6859967"/>
            <a:ext cx="18788758" cy="9328392"/>
            <a:chOff x="0" y="0"/>
            <a:chExt cx="1557574" cy="773317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BAFDF03-4357-7DCF-662C-BF1938ECE08F}"/>
                </a:ext>
              </a:extLst>
            </p:cNvPr>
            <p:cNvSpPr/>
            <p:nvPr/>
          </p:nvSpPr>
          <p:spPr>
            <a:xfrm>
              <a:off x="19862" y="0"/>
              <a:ext cx="1517850" cy="759391"/>
            </a:xfrm>
            <a:custGeom>
              <a:avLst/>
              <a:gdLst/>
              <a:ahLst/>
              <a:cxnLst/>
              <a:rect l="l" t="t" r="r" b="b"/>
              <a:pathLst>
                <a:path w="1517850" h="759391">
                  <a:moveTo>
                    <a:pt x="782901" y="749509"/>
                  </a:moveTo>
                  <a:lnTo>
                    <a:pt x="1513736" y="23807"/>
                  </a:lnTo>
                  <a:cubicBezTo>
                    <a:pt x="1517739" y="19832"/>
                    <a:pt x="1518948" y="13835"/>
                    <a:pt x="1516799" y="8619"/>
                  </a:cubicBezTo>
                  <a:cubicBezTo>
                    <a:pt x="1514649" y="3404"/>
                    <a:pt x="1509565" y="0"/>
                    <a:pt x="1503924" y="0"/>
                  </a:cubicBezTo>
                  <a:lnTo>
                    <a:pt x="13926" y="0"/>
                  </a:lnTo>
                  <a:cubicBezTo>
                    <a:pt x="8285" y="0"/>
                    <a:pt x="3201" y="3404"/>
                    <a:pt x="1051" y="8619"/>
                  </a:cubicBezTo>
                  <a:cubicBezTo>
                    <a:pt x="-1099" y="13835"/>
                    <a:pt x="111" y="19832"/>
                    <a:pt x="4114" y="23807"/>
                  </a:cubicBezTo>
                  <a:lnTo>
                    <a:pt x="734949" y="749509"/>
                  </a:lnTo>
                  <a:cubicBezTo>
                    <a:pt x="748218" y="762685"/>
                    <a:pt x="769632" y="762685"/>
                    <a:pt x="782901" y="749509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87FDFCB6-10E4-7427-CE6B-5C9E6A65E668}"/>
                </a:ext>
              </a:extLst>
            </p:cNvPr>
            <p:cNvSpPr txBox="1"/>
            <p:nvPr/>
          </p:nvSpPr>
          <p:spPr>
            <a:xfrm>
              <a:off x="243371" y="17137"/>
              <a:ext cx="1070832" cy="39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4" name="Group 34">
            <a:extLst>
              <a:ext uri="{FF2B5EF4-FFF2-40B4-BE49-F238E27FC236}">
                <a16:creationId xmlns:a16="http://schemas.microsoft.com/office/drawing/2014/main" id="{829B014C-36CC-1775-9318-65C4ED5D3F13}"/>
              </a:ext>
            </a:extLst>
          </p:cNvPr>
          <p:cNvGrpSpPr/>
          <p:nvPr/>
        </p:nvGrpSpPr>
        <p:grpSpPr>
          <a:xfrm>
            <a:off x="15177259" y="582950"/>
            <a:ext cx="7454541" cy="7454541"/>
            <a:chOff x="0" y="0"/>
            <a:chExt cx="812800" cy="812800"/>
          </a:xfrm>
        </p:grpSpPr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1C5EC1E0-8288-BB13-CDF5-F50B8ABDC3D1}"/>
                </a:ext>
              </a:extLst>
            </p:cNvPr>
            <p:cNvSpPr/>
            <p:nvPr/>
          </p:nvSpPr>
          <p:spPr>
            <a:xfrm>
              <a:off x="28392" y="28392"/>
              <a:ext cx="756016" cy="756016"/>
            </a:xfrm>
            <a:custGeom>
              <a:avLst/>
              <a:gdLst/>
              <a:ahLst/>
              <a:cxnLst/>
              <a:rect l="l" t="t" r="r" b="b"/>
              <a:pathLst>
                <a:path w="756016" h="756016">
                  <a:moveTo>
                    <a:pt x="426476" y="20076"/>
                  </a:moveTo>
                  <a:lnTo>
                    <a:pt x="735940" y="329540"/>
                  </a:lnTo>
                  <a:cubicBezTo>
                    <a:pt x="762708" y="356308"/>
                    <a:pt x="762708" y="399708"/>
                    <a:pt x="735940" y="426476"/>
                  </a:cubicBezTo>
                  <a:lnTo>
                    <a:pt x="426476" y="735940"/>
                  </a:lnTo>
                  <a:cubicBezTo>
                    <a:pt x="399708" y="762708"/>
                    <a:pt x="356308" y="762708"/>
                    <a:pt x="329540" y="735940"/>
                  </a:cubicBezTo>
                  <a:lnTo>
                    <a:pt x="20076" y="426476"/>
                  </a:lnTo>
                  <a:cubicBezTo>
                    <a:pt x="-6692" y="399708"/>
                    <a:pt x="-6692" y="356308"/>
                    <a:pt x="20076" y="329540"/>
                  </a:cubicBezTo>
                  <a:lnTo>
                    <a:pt x="329540" y="20076"/>
                  </a:lnTo>
                  <a:cubicBezTo>
                    <a:pt x="356308" y="-6692"/>
                    <a:pt x="399708" y="-6692"/>
                    <a:pt x="426476" y="20076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  <p:sp>
          <p:nvSpPr>
            <p:cNvPr id="36" name="TextBox 36">
              <a:extLst>
                <a:ext uri="{FF2B5EF4-FFF2-40B4-BE49-F238E27FC236}">
                  <a16:creationId xmlns:a16="http://schemas.microsoft.com/office/drawing/2014/main" id="{42F6903D-E819-EFCF-3A6C-D5A1D5E7F1A7}"/>
                </a:ext>
              </a:extLst>
            </p:cNvPr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37" name="Group 37">
            <a:extLst>
              <a:ext uri="{FF2B5EF4-FFF2-40B4-BE49-F238E27FC236}">
                <a16:creationId xmlns:a16="http://schemas.microsoft.com/office/drawing/2014/main" id="{A7FB160B-F922-C846-9249-7129EC48BF1E}"/>
              </a:ext>
            </a:extLst>
          </p:cNvPr>
          <p:cNvGrpSpPr/>
          <p:nvPr/>
        </p:nvGrpSpPr>
        <p:grpSpPr>
          <a:xfrm rot="-2608573">
            <a:off x="17088347" y="7603043"/>
            <a:ext cx="1371544" cy="1371544"/>
            <a:chOff x="0" y="0"/>
            <a:chExt cx="361230" cy="361230"/>
          </a:xfrm>
        </p:grpSpPr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8859AF09-9757-820A-DABF-300F206EEAD5}"/>
                </a:ext>
              </a:extLst>
            </p:cNvPr>
            <p:cNvSpPr/>
            <p:nvPr/>
          </p:nvSpPr>
          <p:spPr>
            <a:xfrm>
              <a:off x="0" y="0"/>
              <a:ext cx="361230" cy="361230"/>
            </a:xfrm>
            <a:custGeom>
              <a:avLst/>
              <a:gdLst/>
              <a:ahLst/>
              <a:cxnLst/>
              <a:rect l="l" t="t" r="r" b="b"/>
              <a:pathLst>
                <a:path w="361230" h="361230">
                  <a:moveTo>
                    <a:pt x="141117" y="0"/>
                  </a:moveTo>
                  <a:lnTo>
                    <a:pt x="220113" y="0"/>
                  </a:lnTo>
                  <a:cubicBezTo>
                    <a:pt x="298050" y="0"/>
                    <a:pt x="361230" y="63180"/>
                    <a:pt x="361230" y="141117"/>
                  </a:cubicBezTo>
                  <a:lnTo>
                    <a:pt x="361230" y="220113"/>
                  </a:lnTo>
                  <a:cubicBezTo>
                    <a:pt x="361230" y="298050"/>
                    <a:pt x="298050" y="361230"/>
                    <a:pt x="220113" y="361230"/>
                  </a:cubicBezTo>
                  <a:lnTo>
                    <a:pt x="141117" y="361230"/>
                  </a:lnTo>
                  <a:cubicBezTo>
                    <a:pt x="63180" y="361230"/>
                    <a:pt x="0" y="298050"/>
                    <a:pt x="0" y="220113"/>
                  </a:cubicBezTo>
                  <a:lnTo>
                    <a:pt x="0" y="141117"/>
                  </a:lnTo>
                  <a:cubicBezTo>
                    <a:pt x="0" y="63180"/>
                    <a:pt x="63180" y="0"/>
                    <a:pt x="141117" y="0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  <p:sp>
          <p:nvSpPr>
            <p:cNvPr id="39" name="TextBox 39">
              <a:extLst>
                <a:ext uri="{FF2B5EF4-FFF2-40B4-BE49-F238E27FC236}">
                  <a16:creationId xmlns:a16="http://schemas.microsoft.com/office/drawing/2014/main" id="{F36FC8ED-08CE-51B5-1E05-7DCA6FBF6551}"/>
                </a:ext>
              </a:extLst>
            </p:cNvPr>
            <p:cNvSpPr txBox="1"/>
            <p:nvPr/>
          </p:nvSpPr>
          <p:spPr>
            <a:xfrm>
              <a:off x="0" y="-38100"/>
              <a:ext cx="361230" cy="399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0" name="TextBox 40">
            <a:extLst>
              <a:ext uri="{FF2B5EF4-FFF2-40B4-BE49-F238E27FC236}">
                <a16:creationId xmlns:a16="http://schemas.microsoft.com/office/drawing/2014/main" id="{A26E8D3C-D022-677A-EA95-1B24C9B15024}"/>
              </a:ext>
            </a:extLst>
          </p:cNvPr>
          <p:cNvSpPr txBox="1"/>
          <p:nvPr/>
        </p:nvSpPr>
        <p:spPr>
          <a:xfrm>
            <a:off x="4055744" y="264288"/>
            <a:ext cx="8599715" cy="2093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6600" b="1">
                <a:solidFill>
                  <a:srgbClr val="003865"/>
                </a:solidFill>
                <a:ea typeface="+mn-lt"/>
                <a:cs typeface="+mn-lt"/>
                <a:sym typeface="DM Sans Bold"/>
              </a:rPr>
              <a:t>Fine-tuning de </a:t>
            </a:r>
            <a:r>
              <a:rPr lang="en-US" sz="6600" b="1" err="1">
                <a:solidFill>
                  <a:srgbClr val="003865"/>
                </a:solidFill>
                <a:ea typeface="+mn-lt"/>
                <a:cs typeface="+mn-lt"/>
                <a:sym typeface="DM Sans Bold"/>
              </a:rPr>
              <a:t>recuperación</a:t>
            </a:r>
            <a:r>
              <a:rPr lang="en-US" sz="6600" b="1">
                <a:solidFill>
                  <a:srgbClr val="003865"/>
                </a:solidFill>
                <a:ea typeface="+mn-lt"/>
                <a:cs typeface="+mn-lt"/>
                <a:sym typeface="DM Sans Bold"/>
              </a:rPr>
              <a:t> </a:t>
            </a:r>
            <a:endParaRPr lang="en-US" b="1">
              <a:ea typeface="+mn-lt"/>
              <a:cs typeface="+mn-lt"/>
            </a:endParaRPr>
          </a:p>
        </p:txBody>
      </p:sp>
      <p:grpSp>
        <p:nvGrpSpPr>
          <p:cNvPr id="41" name="Group 41">
            <a:extLst>
              <a:ext uri="{FF2B5EF4-FFF2-40B4-BE49-F238E27FC236}">
                <a16:creationId xmlns:a16="http://schemas.microsoft.com/office/drawing/2014/main" id="{A485090A-032D-F8D8-4B13-0496E384D7DE}"/>
              </a:ext>
            </a:extLst>
          </p:cNvPr>
          <p:cNvGrpSpPr/>
          <p:nvPr/>
        </p:nvGrpSpPr>
        <p:grpSpPr>
          <a:xfrm>
            <a:off x="13679937" y="264617"/>
            <a:ext cx="4236691" cy="1017667"/>
            <a:chOff x="0" y="0"/>
            <a:chExt cx="5648921" cy="1356890"/>
          </a:xfrm>
        </p:grpSpPr>
        <p:sp>
          <p:nvSpPr>
            <p:cNvPr id="42" name="AutoShape 42">
              <a:extLst>
                <a:ext uri="{FF2B5EF4-FFF2-40B4-BE49-F238E27FC236}">
                  <a16:creationId xmlns:a16="http://schemas.microsoft.com/office/drawing/2014/main" id="{B019638D-74C2-9EC7-9FEA-453DE7B53F0E}"/>
                </a:ext>
              </a:extLst>
            </p:cNvPr>
            <p:cNvSpPr/>
            <p:nvPr/>
          </p:nvSpPr>
          <p:spPr>
            <a:xfrm flipV="1">
              <a:off x="1676475" y="63164"/>
              <a:ext cx="0" cy="1089969"/>
            </a:xfrm>
            <a:prstGeom prst="line">
              <a:avLst/>
            </a:prstGeom>
            <a:ln w="24169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43" name="Group 43">
              <a:extLst>
                <a:ext uri="{FF2B5EF4-FFF2-40B4-BE49-F238E27FC236}">
                  <a16:creationId xmlns:a16="http://schemas.microsoft.com/office/drawing/2014/main" id="{2DF63236-C10F-DD44-3FB5-931B40D641F8}"/>
                </a:ext>
              </a:extLst>
            </p:cNvPr>
            <p:cNvGrpSpPr/>
            <p:nvPr/>
          </p:nvGrpSpPr>
          <p:grpSpPr>
            <a:xfrm>
              <a:off x="351121" y="0"/>
              <a:ext cx="847915" cy="777489"/>
              <a:chOff x="0" y="0"/>
              <a:chExt cx="1791183" cy="1642402"/>
            </a:xfrm>
          </p:grpSpPr>
          <p:sp>
            <p:nvSpPr>
              <p:cNvPr id="44" name="Freeform 44">
                <a:extLst>
                  <a:ext uri="{FF2B5EF4-FFF2-40B4-BE49-F238E27FC236}">
                    <a16:creationId xmlns:a16="http://schemas.microsoft.com/office/drawing/2014/main" id="{E03DDC2D-48CA-E1BB-1762-0DB8B9C457E9}"/>
                  </a:ext>
                </a:extLst>
              </p:cNvPr>
              <p:cNvSpPr/>
              <p:nvPr/>
            </p:nvSpPr>
            <p:spPr>
              <a:xfrm>
                <a:off x="286132" y="63429"/>
                <a:ext cx="1151836" cy="829127"/>
              </a:xfrm>
              <a:custGeom>
                <a:avLst/>
                <a:gdLst/>
                <a:ahLst/>
                <a:cxnLst/>
                <a:rect l="l" t="t" r="r" b="b"/>
                <a:pathLst>
                  <a:path w="1151836" h="829127">
                    <a:moveTo>
                      <a:pt x="0" y="829127"/>
                    </a:moveTo>
                    <a:cubicBezTo>
                      <a:pt x="762" y="780866"/>
                      <a:pt x="17653" y="742386"/>
                      <a:pt x="52197" y="720923"/>
                    </a:cubicBezTo>
                    <a:cubicBezTo>
                      <a:pt x="83185" y="701619"/>
                      <a:pt x="95885" y="675584"/>
                      <a:pt x="107442" y="645612"/>
                    </a:cubicBezTo>
                    <a:cubicBezTo>
                      <a:pt x="172339" y="476575"/>
                      <a:pt x="237364" y="307538"/>
                      <a:pt x="302134" y="138374"/>
                    </a:cubicBezTo>
                    <a:cubicBezTo>
                      <a:pt x="315342" y="103830"/>
                      <a:pt x="328804" y="69286"/>
                      <a:pt x="340615" y="34234"/>
                    </a:cubicBezTo>
                    <a:cubicBezTo>
                      <a:pt x="348108" y="11628"/>
                      <a:pt x="357379" y="-1072"/>
                      <a:pt x="385573" y="71"/>
                    </a:cubicBezTo>
                    <a:cubicBezTo>
                      <a:pt x="449200" y="2738"/>
                      <a:pt x="512954" y="960"/>
                      <a:pt x="580138" y="960"/>
                    </a:cubicBezTo>
                    <a:cubicBezTo>
                      <a:pt x="531369" y="197937"/>
                      <a:pt x="482982" y="392628"/>
                      <a:pt x="433579" y="592145"/>
                    </a:cubicBezTo>
                    <a:cubicBezTo>
                      <a:pt x="540894" y="567634"/>
                      <a:pt x="642876" y="544520"/>
                      <a:pt x="744476" y="520136"/>
                    </a:cubicBezTo>
                    <a:cubicBezTo>
                      <a:pt x="750064" y="518866"/>
                      <a:pt x="757430" y="504134"/>
                      <a:pt x="755779" y="497530"/>
                    </a:cubicBezTo>
                    <a:cubicBezTo>
                      <a:pt x="718949" y="346146"/>
                      <a:pt x="681103" y="195016"/>
                      <a:pt x="643511" y="43759"/>
                    </a:cubicBezTo>
                    <a:cubicBezTo>
                      <a:pt x="640209" y="30551"/>
                      <a:pt x="638050" y="17216"/>
                      <a:pt x="634748" y="960"/>
                    </a:cubicBezTo>
                    <a:cubicBezTo>
                      <a:pt x="706249" y="960"/>
                      <a:pt x="776734" y="452"/>
                      <a:pt x="847219" y="1849"/>
                    </a:cubicBezTo>
                    <a:cubicBezTo>
                      <a:pt x="854077" y="1976"/>
                      <a:pt x="863856" y="13279"/>
                      <a:pt x="867031" y="21407"/>
                    </a:cubicBezTo>
                    <a:cubicBezTo>
                      <a:pt x="919101" y="154630"/>
                      <a:pt x="970410" y="287980"/>
                      <a:pt x="1022988" y="424251"/>
                    </a:cubicBezTo>
                    <a:cubicBezTo>
                      <a:pt x="1073407" y="399613"/>
                      <a:pt x="1113412" y="365069"/>
                      <a:pt x="1141098" y="313253"/>
                    </a:cubicBezTo>
                    <a:cubicBezTo>
                      <a:pt x="1161545" y="359735"/>
                      <a:pt x="1151258" y="410154"/>
                      <a:pt x="1123191" y="442793"/>
                    </a:cubicBezTo>
                    <a:cubicBezTo>
                      <a:pt x="1068200" y="506674"/>
                      <a:pt x="991746" y="531312"/>
                      <a:pt x="916053" y="552521"/>
                    </a:cubicBezTo>
                    <a:cubicBezTo>
                      <a:pt x="769876" y="593415"/>
                      <a:pt x="622048" y="628594"/>
                      <a:pt x="474473" y="664662"/>
                    </a:cubicBezTo>
                    <a:cubicBezTo>
                      <a:pt x="338329" y="697936"/>
                      <a:pt x="200152" y="724352"/>
                      <a:pt x="72136" y="784804"/>
                    </a:cubicBezTo>
                    <a:cubicBezTo>
                      <a:pt x="48641" y="795979"/>
                      <a:pt x="27559" y="811982"/>
                      <a:pt x="127" y="828999"/>
                    </a:cubicBezTo>
                  </a:path>
                </a:pathLst>
              </a:custGeom>
              <a:solidFill>
                <a:srgbClr val="003865"/>
              </a:solidFill>
            </p:spPr>
          </p:sp>
          <p:sp>
            <p:nvSpPr>
              <p:cNvPr id="45" name="Freeform 45">
                <a:extLst>
                  <a:ext uri="{FF2B5EF4-FFF2-40B4-BE49-F238E27FC236}">
                    <a16:creationId xmlns:a16="http://schemas.microsoft.com/office/drawing/2014/main" id="{DDB091DC-B8B8-0C40-DBD7-63E417A03A7C}"/>
                  </a:ext>
                </a:extLst>
              </p:cNvPr>
              <p:cNvSpPr/>
              <p:nvPr/>
            </p:nvSpPr>
            <p:spPr>
              <a:xfrm>
                <a:off x="1160529" y="921131"/>
                <a:ext cx="567311" cy="657733"/>
              </a:xfrm>
              <a:custGeom>
                <a:avLst/>
                <a:gdLst/>
                <a:ahLst/>
                <a:cxnLst/>
                <a:rect l="l" t="t" r="r" b="b"/>
                <a:pathLst>
                  <a:path w="567311" h="657733">
                    <a:moveTo>
                      <a:pt x="567184" y="657732"/>
                    </a:moveTo>
                    <a:cubicBezTo>
                      <a:pt x="523369" y="650112"/>
                      <a:pt x="483363" y="642492"/>
                      <a:pt x="442977" y="636142"/>
                    </a:cubicBezTo>
                    <a:cubicBezTo>
                      <a:pt x="380239" y="626363"/>
                      <a:pt x="317374" y="616965"/>
                      <a:pt x="254382" y="608456"/>
                    </a:cubicBezTo>
                    <a:cubicBezTo>
                      <a:pt x="216409" y="603376"/>
                      <a:pt x="177928" y="602106"/>
                      <a:pt x="140463" y="594994"/>
                    </a:cubicBezTo>
                    <a:cubicBezTo>
                      <a:pt x="129922" y="592962"/>
                      <a:pt x="116714" y="577976"/>
                      <a:pt x="113793" y="566546"/>
                    </a:cubicBezTo>
                    <a:cubicBezTo>
                      <a:pt x="90171" y="476122"/>
                      <a:pt x="68961" y="385063"/>
                      <a:pt x="46482" y="294258"/>
                    </a:cubicBezTo>
                    <a:cubicBezTo>
                      <a:pt x="31369" y="232917"/>
                      <a:pt x="15367" y="171703"/>
                      <a:pt x="0" y="111505"/>
                    </a:cubicBezTo>
                    <a:cubicBezTo>
                      <a:pt x="103505" y="74802"/>
                      <a:pt x="206884" y="38227"/>
                      <a:pt x="314707" y="0"/>
                    </a:cubicBezTo>
                    <a:cubicBezTo>
                      <a:pt x="396368" y="212724"/>
                      <a:pt x="481078" y="433196"/>
                      <a:pt x="567311" y="657732"/>
                    </a:cubicBezTo>
                  </a:path>
                </a:pathLst>
              </a:custGeom>
              <a:solidFill>
                <a:srgbClr val="003865"/>
              </a:solidFill>
            </p:spPr>
          </p:sp>
          <p:sp>
            <p:nvSpPr>
              <p:cNvPr id="46" name="Freeform 46">
                <a:extLst>
                  <a:ext uri="{FF2B5EF4-FFF2-40B4-BE49-F238E27FC236}">
                    <a16:creationId xmlns:a16="http://schemas.microsoft.com/office/drawing/2014/main" id="{93264404-6662-AE21-FD47-BD62745D4C7B}"/>
                  </a:ext>
                </a:extLst>
              </p:cNvPr>
              <p:cNvSpPr/>
              <p:nvPr/>
            </p:nvSpPr>
            <p:spPr>
              <a:xfrm>
                <a:off x="113698" y="602615"/>
                <a:ext cx="1465957" cy="768223"/>
              </a:xfrm>
              <a:custGeom>
                <a:avLst/>
                <a:gdLst/>
                <a:ahLst/>
                <a:cxnLst/>
                <a:rect l="l" t="t" r="r" b="b"/>
                <a:pathLst>
                  <a:path w="1465957" h="768223">
                    <a:moveTo>
                      <a:pt x="856" y="768222"/>
                    </a:moveTo>
                    <a:cubicBezTo>
                      <a:pt x="856" y="749934"/>
                      <a:pt x="-1303" y="731392"/>
                      <a:pt x="1237" y="713485"/>
                    </a:cubicBezTo>
                    <a:cubicBezTo>
                      <a:pt x="14699" y="617600"/>
                      <a:pt x="77438" y="556132"/>
                      <a:pt x="154400" y="508761"/>
                    </a:cubicBezTo>
                    <a:cubicBezTo>
                      <a:pt x="269716" y="437768"/>
                      <a:pt x="400145" y="406653"/>
                      <a:pt x="530321" y="376173"/>
                    </a:cubicBezTo>
                    <a:cubicBezTo>
                      <a:pt x="636493" y="351282"/>
                      <a:pt x="742665" y="326136"/>
                      <a:pt x="848203" y="298323"/>
                    </a:cubicBezTo>
                    <a:cubicBezTo>
                      <a:pt x="971520" y="265684"/>
                      <a:pt x="1095472" y="234569"/>
                      <a:pt x="1216250" y="194056"/>
                    </a:cubicBezTo>
                    <a:cubicBezTo>
                      <a:pt x="1314548" y="161036"/>
                      <a:pt x="1404972" y="110744"/>
                      <a:pt x="1451581" y="0"/>
                    </a:cubicBezTo>
                    <a:cubicBezTo>
                      <a:pt x="1470378" y="44450"/>
                      <a:pt x="1468092" y="83058"/>
                      <a:pt x="1459709" y="121412"/>
                    </a:cubicBezTo>
                    <a:cubicBezTo>
                      <a:pt x="1440405" y="210058"/>
                      <a:pt x="1374492" y="258699"/>
                      <a:pt x="1297022" y="285115"/>
                    </a:cubicBezTo>
                    <a:cubicBezTo>
                      <a:pt x="1146908" y="336296"/>
                      <a:pt x="994380" y="380364"/>
                      <a:pt x="841980" y="424052"/>
                    </a:cubicBezTo>
                    <a:cubicBezTo>
                      <a:pt x="661385" y="475741"/>
                      <a:pt x="479394" y="522604"/>
                      <a:pt x="298799" y="574166"/>
                    </a:cubicBezTo>
                    <a:cubicBezTo>
                      <a:pt x="213455" y="598550"/>
                      <a:pt x="136239" y="641349"/>
                      <a:pt x="68929" y="699642"/>
                    </a:cubicBezTo>
                    <a:cubicBezTo>
                      <a:pt x="46322" y="719327"/>
                      <a:pt x="28796" y="744854"/>
                      <a:pt x="8857" y="767714"/>
                    </a:cubicBezTo>
                    <a:cubicBezTo>
                      <a:pt x="6190" y="767841"/>
                      <a:pt x="3523" y="767968"/>
                      <a:pt x="856" y="768095"/>
                    </a:cubicBezTo>
                  </a:path>
                </a:pathLst>
              </a:custGeom>
              <a:solidFill>
                <a:srgbClr val="003865"/>
              </a:solidFill>
            </p:spPr>
          </p:sp>
          <p:sp>
            <p:nvSpPr>
              <p:cNvPr id="47" name="Freeform 47">
                <a:extLst>
                  <a:ext uri="{FF2B5EF4-FFF2-40B4-BE49-F238E27FC236}">
                    <a16:creationId xmlns:a16="http://schemas.microsoft.com/office/drawing/2014/main" id="{138513D3-E280-86A5-AAD5-2D8619A2CAEA}"/>
                  </a:ext>
                </a:extLst>
              </p:cNvPr>
              <p:cNvSpPr/>
              <p:nvPr/>
            </p:nvSpPr>
            <p:spPr>
              <a:xfrm>
                <a:off x="191335" y="477393"/>
                <a:ext cx="1319675" cy="635127"/>
              </a:xfrm>
              <a:custGeom>
                <a:avLst/>
                <a:gdLst/>
                <a:ahLst/>
                <a:cxnLst/>
                <a:rect l="l" t="t" r="r" b="b"/>
                <a:pathLst>
                  <a:path w="1319675" h="635127">
                    <a:moveTo>
                      <a:pt x="11866" y="634999"/>
                    </a:moveTo>
                    <a:cubicBezTo>
                      <a:pt x="-8581" y="601852"/>
                      <a:pt x="-1342" y="556640"/>
                      <a:pt x="23931" y="521334"/>
                    </a:cubicBezTo>
                    <a:cubicBezTo>
                      <a:pt x="67365" y="460374"/>
                      <a:pt x="130611" y="427735"/>
                      <a:pt x="197921" y="407669"/>
                    </a:cubicBezTo>
                    <a:cubicBezTo>
                      <a:pt x="326445" y="369188"/>
                      <a:pt x="457002" y="337311"/>
                      <a:pt x="587177" y="304673"/>
                    </a:cubicBezTo>
                    <a:cubicBezTo>
                      <a:pt x="766502" y="259715"/>
                      <a:pt x="949763" y="228981"/>
                      <a:pt x="1122611" y="160274"/>
                    </a:cubicBezTo>
                    <a:cubicBezTo>
                      <a:pt x="1195763" y="131191"/>
                      <a:pt x="1259136" y="87376"/>
                      <a:pt x="1296474" y="14224"/>
                    </a:cubicBezTo>
                    <a:cubicBezTo>
                      <a:pt x="1298887" y="9398"/>
                      <a:pt x="1302697" y="5207"/>
                      <a:pt x="1306380" y="0"/>
                    </a:cubicBezTo>
                    <a:cubicBezTo>
                      <a:pt x="1335590" y="52578"/>
                      <a:pt x="1313238" y="132207"/>
                      <a:pt x="1272598" y="177165"/>
                    </a:cubicBezTo>
                    <a:cubicBezTo>
                      <a:pt x="1215321" y="240284"/>
                      <a:pt x="1139883" y="270510"/>
                      <a:pt x="1061270" y="292100"/>
                    </a:cubicBezTo>
                    <a:cubicBezTo>
                      <a:pt x="914838" y="332359"/>
                      <a:pt x="767264" y="368426"/>
                      <a:pt x="620197" y="406526"/>
                    </a:cubicBezTo>
                    <a:cubicBezTo>
                      <a:pt x="491165" y="440054"/>
                      <a:pt x="361498" y="471550"/>
                      <a:pt x="233481" y="508507"/>
                    </a:cubicBezTo>
                    <a:cubicBezTo>
                      <a:pt x="150423" y="532383"/>
                      <a:pt x="72572" y="569340"/>
                      <a:pt x="11993" y="635126"/>
                    </a:cubicBezTo>
                  </a:path>
                </a:pathLst>
              </a:custGeom>
              <a:solidFill>
                <a:srgbClr val="003865"/>
              </a:solidFill>
            </p:spPr>
          </p:sp>
          <p:sp>
            <p:nvSpPr>
              <p:cNvPr id="48" name="Freeform 48">
                <a:extLst>
                  <a:ext uri="{FF2B5EF4-FFF2-40B4-BE49-F238E27FC236}">
                    <a16:creationId xmlns:a16="http://schemas.microsoft.com/office/drawing/2014/main" id="{50DAF78F-3E8E-EE9E-D677-88B96D451F25}"/>
                  </a:ext>
                </a:extLst>
              </p:cNvPr>
              <p:cNvSpPr/>
              <p:nvPr/>
            </p:nvSpPr>
            <p:spPr>
              <a:xfrm>
                <a:off x="63373" y="1179321"/>
                <a:ext cx="524258" cy="398907"/>
              </a:xfrm>
              <a:custGeom>
                <a:avLst/>
                <a:gdLst/>
                <a:ahLst/>
                <a:cxnLst/>
                <a:rect l="l" t="t" r="r" b="b"/>
                <a:pathLst>
                  <a:path w="524258" h="398907">
                    <a:moveTo>
                      <a:pt x="127" y="398907"/>
                    </a:moveTo>
                    <a:cubicBezTo>
                      <a:pt x="26543" y="274320"/>
                      <a:pt x="88646" y="178943"/>
                      <a:pt x="201296" y="117094"/>
                    </a:cubicBezTo>
                    <a:cubicBezTo>
                      <a:pt x="301499" y="62103"/>
                      <a:pt x="409703" y="33274"/>
                      <a:pt x="524258" y="0"/>
                    </a:cubicBezTo>
                    <a:cubicBezTo>
                      <a:pt x="516257" y="35687"/>
                      <a:pt x="510161" y="65786"/>
                      <a:pt x="502795" y="95504"/>
                    </a:cubicBezTo>
                    <a:cubicBezTo>
                      <a:pt x="485523" y="165354"/>
                      <a:pt x="467108" y="235077"/>
                      <a:pt x="450343" y="305054"/>
                    </a:cubicBezTo>
                    <a:cubicBezTo>
                      <a:pt x="444755" y="328549"/>
                      <a:pt x="433198" y="336550"/>
                      <a:pt x="408179" y="339090"/>
                    </a:cubicBezTo>
                    <a:cubicBezTo>
                      <a:pt x="324486" y="347472"/>
                      <a:pt x="240920" y="359029"/>
                      <a:pt x="157735" y="371094"/>
                    </a:cubicBezTo>
                    <a:cubicBezTo>
                      <a:pt x="104775" y="378714"/>
                      <a:pt x="52324" y="389636"/>
                      <a:pt x="0" y="398907"/>
                    </a:cubicBezTo>
                  </a:path>
                </a:pathLst>
              </a:custGeom>
              <a:solidFill>
                <a:srgbClr val="003865"/>
              </a:solidFill>
            </p:spPr>
          </p:sp>
        </p:grpSp>
        <p:grpSp>
          <p:nvGrpSpPr>
            <p:cNvPr id="49" name="Group 49">
              <a:extLst>
                <a:ext uri="{FF2B5EF4-FFF2-40B4-BE49-F238E27FC236}">
                  <a16:creationId xmlns:a16="http://schemas.microsoft.com/office/drawing/2014/main" id="{4204A568-2A48-E21B-AD77-6005CC733946}"/>
                </a:ext>
              </a:extLst>
            </p:cNvPr>
            <p:cNvGrpSpPr/>
            <p:nvPr/>
          </p:nvGrpSpPr>
          <p:grpSpPr>
            <a:xfrm>
              <a:off x="113085" y="794655"/>
              <a:ext cx="305916" cy="342156"/>
              <a:chOff x="0" y="0"/>
              <a:chExt cx="1131697" cy="1265758"/>
            </a:xfrm>
          </p:grpSpPr>
          <p:sp>
            <p:nvSpPr>
              <p:cNvPr id="50" name="Freeform 50">
                <a:extLst>
                  <a:ext uri="{FF2B5EF4-FFF2-40B4-BE49-F238E27FC236}">
                    <a16:creationId xmlns:a16="http://schemas.microsoft.com/office/drawing/2014/main" id="{7E5F368A-4011-A23E-491A-5ADC136F41AF}"/>
                  </a:ext>
                </a:extLst>
              </p:cNvPr>
              <p:cNvSpPr/>
              <p:nvPr/>
            </p:nvSpPr>
            <p:spPr>
              <a:xfrm>
                <a:off x="0" y="0"/>
                <a:ext cx="1131697" cy="1265809"/>
              </a:xfrm>
              <a:custGeom>
                <a:avLst/>
                <a:gdLst/>
                <a:ahLst/>
                <a:cxnLst/>
                <a:rect l="l" t="t" r="r" b="b"/>
                <a:pathLst>
                  <a:path w="1131697" h="1265809">
                    <a:moveTo>
                      <a:pt x="1131697" y="0"/>
                    </a:moveTo>
                    <a:lnTo>
                      <a:pt x="1131697" y="703072"/>
                    </a:lnTo>
                    <a:cubicBezTo>
                      <a:pt x="1131697" y="1109980"/>
                      <a:pt x="913511" y="1265809"/>
                      <a:pt x="565785" y="1265809"/>
                    </a:cubicBezTo>
                    <a:cubicBezTo>
                      <a:pt x="218059" y="1265809"/>
                      <a:pt x="0" y="1109853"/>
                      <a:pt x="0" y="703072"/>
                    </a:cubicBezTo>
                    <a:lnTo>
                      <a:pt x="0" y="0"/>
                    </a:lnTo>
                    <a:lnTo>
                      <a:pt x="311785" y="0"/>
                    </a:lnTo>
                    <a:lnTo>
                      <a:pt x="311785" y="625094"/>
                    </a:lnTo>
                    <a:cubicBezTo>
                      <a:pt x="311785" y="891667"/>
                      <a:pt x="411607" y="993013"/>
                      <a:pt x="565912" y="993013"/>
                    </a:cubicBezTo>
                    <a:cubicBezTo>
                      <a:pt x="720217" y="993013"/>
                      <a:pt x="820039" y="891667"/>
                      <a:pt x="820039" y="625094"/>
                    </a:cubicBezTo>
                    <a:lnTo>
                      <a:pt x="820039" y="0"/>
                    </a:lnTo>
                    <a:close/>
                  </a:path>
                </a:pathLst>
              </a:custGeom>
              <a:solidFill>
                <a:srgbClr val="003865"/>
              </a:solidFill>
            </p:spPr>
          </p:sp>
        </p:grpSp>
        <p:grpSp>
          <p:nvGrpSpPr>
            <p:cNvPr id="51" name="Group 51">
              <a:extLst>
                <a:ext uri="{FF2B5EF4-FFF2-40B4-BE49-F238E27FC236}">
                  <a16:creationId xmlns:a16="http://schemas.microsoft.com/office/drawing/2014/main" id="{90E5C133-F78D-2957-0BEB-A68E78F544C9}"/>
                </a:ext>
              </a:extLst>
            </p:cNvPr>
            <p:cNvGrpSpPr/>
            <p:nvPr/>
          </p:nvGrpSpPr>
          <p:grpSpPr>
            <a:xfrm>
              <a:off x="465058" y="777489"/>
              <a:ext cx="641120" cy="375643"/>
              <a:chOff x="0" y="0"/>
              <a:chExt cx="2371738" cy="1389647"/>
            </a:xfrm>
          </p:grpSpPr>
          <p:sp>
            <p:nvSpPr>
              <p:cNvPr id="52" name="Freeform 52">
                <a:extLst>
                  <a:ext uri="{FF2B5EF4-FFF2-40B4-BE49-F238E27FC236}">
                    <a16:creationId xmlns:a16="http://schemas.microsoft.com/office/drawing/2014/main" id="{22C0C227-995C-96FC-65ED-E2CAFCF00949}"/>
                  </a:ext>
                </a:extLst>
              </p:cNvPr>
              <p:cNvSpPr/>
              <p:nvPr/>
            </p:nvSpPr>
            <p:spPr>
              <a:xfrm>
                <a:off x="63500" y="63500"/>
                <a:ext cx="1130175" cy="1247142"/>
              </a:xfrm>
              <a:custGeom>
                <a:avLst/>
                <a:gdLst/>
                <a:ahLst/>
                <a:cxnLst/>
                <a:rect l="l" t="t" r="r" b="b"/>
                <a:pathLst>
                  <a:path w="1130175" h="1247142">
                    <a:moveTo>
                      <a:pt x="815215" y="453645"/>
                    </a:moveTo>
                    <a:cubicBezTo>
                      <a:pt x="815215" y="349251"/>
                      <a:pt x="748159" y="280671"/>
                      <a:pt x="578232" y="280671"/>
                    </a:cubicBezTo>
                    <a:lnTo>
                      <a:pt x="311786" y="280671"/>
                    </a:lnTo>
                    <a:lnTo>
                      <a:pt x="311786" y="612649"/>
                    </a:lnTo>
                    <a:lnTo>
                      <a:pt x="578359" y="612649"/>
                    </a:lnTo>
                    <a:cubicBezTo>
                      <a:pt x="748286" y="612649"/>
                      <a:pt x="815342" y="545593"/>
                      <a:pt x="815342" y="453645"/>
                    </a:cubicBezTo>
                    <a:moveTo>
                      <a:pt x="1130176" y="452121"/>
                    </a:moveTo>
                    <a:cubicBezTo>
                      <a:pt x="1130176" y="798197"/>
                      <a:pt x="849632" y="893320"/>
                      <a:pt x="562738" y="893320"/>
                    </a:cubicBezTo>
                    <a:lnTo>
                      <a:pt x="311786" y="893320"/>
                    </a:lnTo>
                    <a:lnTo>
                      <a:pt x="311786" y="1247142"/>
                    </a:lnTo>
                    <a:lnTo>
                      <a:pt x="0" y="1247142"/>
                    </a:lnTo>
                    <a:lnTo>
                      <a:pt x="0" y="0"/>
                    </a:lnTo>
                    <a:lnTo>
                      <a:pt x="547117" y="0"/>
                    </a:lnTo>
                    <a:cubicBezTo>
                      <a:pt x="818390" y="0"/>
                      <a:pt x="1130049" y="81026"/>
                      <a:pt x="1130049" y="452121"/>
                    </a:cubicBezTo>
                  </a:path>
                </a:pathLst>
              </a:custGeom>
              <a:solidFill>
                <a:srgbClr val="003865"/>
              </a:solidFill>
            </p:spPr>
          </p:sp>
          <p:sp>
            <p:nvSpPr>
              <p:cNvPr id="53" name="Freeform 53">
                <a:extLst>
                  <a:ext uri="{FF2B5EF4-FFF2-40B4-BE49-F238E27FC236}">
                    <a16:creationId xmlns:a16="http://schemas.microsoft.com/office/drawing/2014/main" id="{4ED8505B-1790-E338-6D6B-D668A9151B1B}"/>
                  </a:ext>
                </a:extLst>
              </p:cNvPr>
              <p:cNvSpPr/>
              <p:nvPr/>
            </p:nvSpPr>
            <p:spPr>
              <a:xfrm>
                <a:off x="1304293" y="453264"/>
                <a:ext cx="1003810" cy="872872"/>
              </a:xfrm>
              <a:custGeom>
                <a:avLst/>
                <a:gdLst/>
                <a:ahLst/>
                <a:cxnLst/>
                <a:rect l="l" t="t" r="r" b="b"/>
                <a:pathLst>
                  <a:path w="1003810" h="872872">
                    <a:moveTo>
                      <a:pt x="313436" y="374015"/>
                    </a:moveTo>
                    <a:lnTo>
                      <a:pt x="701549" y="374015"/>
                    </a:lnTo>
                    <a:cubicBezTo>
                      <a:pt x="685928" y="271145"/>
                      <a:pt x="625222" y="225933"/>
                      <a:pt x="495809" y="225933"/>
                    </a:cubicBezTo>
                    <a:cubicBezTo>
                      <a:pt x="391414" y="228981"/>
                      <a:pt x="329057" y="277368"/>
                      <a:pt x="313436" y="374015"/>
                    </a:cubicBezTo>
                    <a:moveTo>
                      <a:pt x="575311" y="665608"/>
                    </a:moveTo>
                    <a:cubicBezTo>
                      <a:pt x="715646" y="665608"/>
                      <a:pt x="851282" y="625095"/>
                      <a:pt x="969647" y="582931"/>
                    </a:cubicBezTo>
                    <a:lnTo>
                      <a:pt x="969647" y="805816"/>
                    </a:lnTo>
                    <a:cubicBezTo>
                      <a:pt x="891669" y="847853"/>
                      <a:pt x="737363" y="872872"/>
                      <a:pt x="573660" y="872872"/>
                    </a:cubicBezTo>
                    <a:cubicBezTo>
                      <a:pt x="196469" y="872872"/>
                      <a:pt x="0" y="718567"/>
                      <a:pt x="0" y="445771"/>
                    </a:cubicBezTo>
                    <a:cubicBezTo>
                      <a:pt x="0" y="171450"/>
                      <a:pt x="194818" y="0"/>
                      <a:pt x="495682" y="0"/>
                    </a:cubicBezTo>
                    <a:cubicBezTo>
                      <a:pt x="835535" y="0"/>
                      <a:pt x="1003810" y="197993"/>
                      <a:pt x="1003810" y="506604"/>
                    </a:cubicBezTo>
                    <a:lnTo>
                      <a:pt x="319659" y="506604"/>
                    </a:lnTo>
                    <a:cubicBezTo>
                      <a:pt x="344552" y="595504"/>
                      <a:pt x="414783" y="665608"/>
                      <a:pt x="575311" y="665608"/>
                    </a:cubicBezTo>
                  </a:path>
                </a:pathLst>
              </a:custGeom>
              <a:solidFill>
                <a:srgbClr val="003865"/>
              </a:solidFill>
            </p:spPr>
          </p:sp>
        </p:grpSp>
        <p:grpSp>
          <p:nvGrpSpPr>
            <p:cNvPr id="54" name="Group 54">
              <a:extLst>
                <a:ext uri="{FF2B5EF4-FFF2-40B4-BE49-F238E27FC236}">
                  <a16:creationId xmlns:a16="http://schemas.microsoft.com/office/drawing/2014/main" id="{42A6E843-6382-C0C5-D9D9-DA808F7ADF66}"/>
                </a:ext>
              </a:extLst>
            </p:cNvPr>
            <p:cNvGrpSpPr/>
            <p:nvPr/>
          </p:nvGrpSpPr>
          <p:grpSpPr>
            <a:xfrm>
              <a:off x="1131156" y="794655"/>
              <a:ext cx="305916" cy="342156"/>
              <a:chOff x="0" y="0"/>
              <a:chExt cx="1131697" cy="1265758"/>
            </a:xfrm>
          </p:grpSpPr>
          <p:sp>
            <p:nvSpPr>
              <p:cNvPr id="55" name="Freeform 55">
                <a:extLst>
                  <a:ext uri="{FF2B5EF4-FFF2-40B4-BE49-F238E27FC236}">
                    <a16:creationId xmlns:a16="http://schemas.microsoft.com/office/drawing/2014/main" id="{92A4371B-4B8A-95FA-FBEF-1C22E724557F}"/>
                  </a:ext>
                </a:extLst>
              </p:cNvPr>
              <p:cNvSpPr/>
              <p:nvPr/>
            </p:nvSpPr>
            <p:spPr>
              <a:xfrm>
                <a:off x="0" y="0"/>
                <a:ext cx="1131697" cy="1265809"/>
              </a:xfrm>
              <a:custGeom>
                <a:avLst/>
                <a:gdLst/>
                <a:ahLst/>
                <a:cxnLst/>
                <a:rect l="l" t="t" r="r" b="b"/>
                <a:pathLst>
                  <a:path w="1131697" h="1265809">
                    <a:moveTo>
                      <a:pt x="1131697" y="0"/>
                    </a:moveTo>
                    <a:lnTo>
                      <a:pt x="1131697" y="703072"/>
                    </a:lnTo>
                    <a:cubicBezTo>
                      <a:pt x="1131697" y="1109980"/>
                      <a:pt x="913511" y="1265809"/>
                      <a:pt x="565785" y="1265809"/>
                    </a:cubicBezTo>
                    <a:cubicBezTo>
                      <a:pt x="218059" y="1265809"/>
                      <a:pt x="0" y="1109853"/>
                      <a:pt x="0" y="703072"/>
                    </a:cubicBezTo>
                    <a:lnTo>
                      <a:pt x="0" y="0"/>
                    </a:lnTo>
                    <a:lnTo>
                      <a:pt x="311785" y="0"/>
                    </a:lnTo>
                    <a:lnTo>
                      <a:pt x="311785" y="625094"/>
                    </a:lnTo>
                    <a:cubicBezTo>
                      <a:pt x="311785" y="891667"/>
                      <a:pt x="411607" y="993013"/>
                      <a:pt x="565912" y="993013"/>
                    </a:cubicBezTo>
                    <a:cubicBezTo>
                      <a:pt x="720217" y="993013"/>
                      <a:pt x="820039" y="891667"/>
                      <a:pt x="820039" y="625094"/>
                    </a:cubicBezTo>
                    <a:lnTo>
                      <a:pt x="820039" y="0"/>
                    </a:lnTo>
                    <a:close/>
                  </a:path>
                </a:pathLst>
              </a:custGeom>
              <a:solidFill>
                <a:srgbClr val="003865"/>
              </a:solidFill>
            </p:spPr>
          </p:sp>
        </p:grpSp>
        <p:sp>
          <p:nvSpPr>
            <p:cNvPr id="56" name="TextBox 56">
              <a:extLst>
                <a:ext uri="{FF2B5EF4-FFF2-40B4-BE49-F238E27FC236}">
                  <a16:creationId xmlns:a16="http://schemas.microsoft.com/office/drawing/2014/main" id="{2A09A45D-02A9-1CE9-F4AE-59925843342C}"/>
                </a:ext>
              </a:extLst>
            </p:cNvPr>
            <p:cNvSpPr txBox="1"/>
            <p:nvPr/>
          </p:nvSpPr>
          <p:spPr>
            <a:xfrm>
              <a:off x="1837151" y="34589"/>
              <a:ext cx="3811770" cy="7256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17"/>
                </a:lnSpc>
              </a:pPr>
              <a:r>
                <a:rPr lang="en-US" sz="3486" spc="282">
                  <a:solidFill>
                    <a:srgbClr val="12315F"/>
                  </a:solidFill>
                  <a:latin typeface="Prompt Light"/>
                  <a:ea typeface="Prompt Light"/>
                  <a:cs typeface="Prompt Light"/>
                  <a:sym typeface="Prompt Light"/>
                </a:rPr>
                <a:t>INGENIERÍA </a:t>
              </a:r>
            </a:p>
          </p:txBody>
        </p:sp>
        <p:sp>
          <p:nvSpPr>
            <p:cNvPr id="57" name="TextBox 57">
              <a:extLst>
                <a:ext uri="{FF2B5EF4-FFF2-40B4-BE49-F238E27FC236}">
                  <a16:creationId xmlns:a16="http://schemas.microsoft.com/office/drawing/2014/main" id="{EC9D7423-BE0E-AD0A-08CE-092EB274C5E5}"/>
                </a:ext>
              </a:extLst>
            </p:cNvPr>
            <p:cNvSpPr txBox="1"/>
            <p:nvPr/>
          </p:nvSpPr>
          <p:spPr>
            <a:xfrm>
              <a:off x="1837151" y="598407"/>
              <a:ext cx="747389" cy="7004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47"/>
                </a:lnSpc>
              </a:pPr>
              <a:r>
                <a:rPr lang="en-US" sz="3267" b="1" spc="71">
                  <a:solidFill>
                    <a:srgbClr val="12315F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DE</a:t>
              </a:r>
            </a:p>
          </p:txBody>
        </p:sp>
        <p:sp>
          <p:nvSpPr>
            <p:cNvPr id="58" name="TextBox 58">
              <a:extLst>
                <a:ext uri="{FF2B5EF4-FFF2-40B4-BE49-F238E27FC236}">
                  <a16:creationId xmlns:a16="http://schemas.microsoft.com/office/drawing/2014/main" id="{3F41A2D7-0D68-928F-76D5-FB0744B13D7B}"/>
                </a:ext>
              </a:extLst>
            </p:cNvPr>
            <p:cNvSpPr txBox="1"/>
            <p:nvPr/>
          </p:nvSpPr>
          <p:spPr>
            <a:xfrm>
              <a:off x="2666546" y="598407"/>
              <a:ext cx="2883518" cy="7004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47"/>
                </a:lnSpc>
              </a:pPr>
              <a:r>
                <a:rPr lang="en-US" sz="3267" b="1" spc="98">
                  <a:solidFill>
                    <a:srgbClr val="12315F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SISTEMAS</a:t>
              </a:r>
            </a:p>
          </p:txBody>
        </p:sp>
        <p:sp>
          <p:nvSpPr>
            <p:cNvPr id="59" name="TextBox 59">
              <a:extLst>
                <a:ext uri="{FF2B5EF4-FFF2-40B4-BE49-F238E27FC236}">
                  <a16:creationId xmlns:a16="http://schemas.microsoft.com/office/drawing/2014/main" id="{B81DF592-C037-76B0-DB1D-1FCA45FEDEFF}"/>
                </a:ext>
              </a:extLst>
            </p:cNvPr>
            <p:cNvSpPr txBox="1"/>
            <p:nvPr/>
          </p:nvSpPr>
          <p:spPr>
            <a:xfrm>
              <a:off x="0" y="1193657"/>
              <a:ext cx="1550157" cy="1632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82"/>
                </a:lnSpc>
              </a:pPr>
              <a:r>
                <a:rPr lang="en-US" sz="701">
                  <a:solidFill>
                    <a:srgbClr val="12315F"/>
                  </a:solidFill>
                  <a:latin typeface="Myriad Light"/>
                  <a:ea typeface="Myriad Light"/>
                  <a:cs typeface="Myriad Light"/>
                  <a:sym typeface="Myriad Light"/>
                </a:rPr>
                <a:t>UNIVERSIDAD PERUANA UNIÓN</a:t>
              </a:r>
            </a:p>
          </p:txBody>
        </p:sp>
      </p:grpSp>
      <p:sp>
        <p:nvSpPr>
          <p:cNvPr id="60" name="TextBox 60">
            <a:extLst>
              <a:ext uri="{FF2B5EF4-FFF2-40B4-BE49-F238E27FC236}">
                <a16:creationId xmlns:a16="http://schemas.microsoft.com/office/drawing/2014/main" id="{B19F0E76-CDB5-E22D-7415-8B8B68CBAC2F}"/>
              </a:ext>
            </a:extLst>
          </p:cNvPr>
          <p:cNvSpPr txBox="1"/>
          <p:nvPr/>
        </p:nvSpPr>
        <p:spPr>
          <a:xfrm>
            <a:off x="211033" y="9815512"/>
            <a:ext cx="5825841" cy="342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60"/>
              </a:lnSpc>
              <a:spcBef>
                <a:spcPct val="0"/>
              </a:spcBef>
            </a:pPr>
            <a:r>
              <a:rPr lang="en-US" sz="2300" u="none" strike="noStrike">
                <a:solidFill>
                  <a:srgbClr val="003865"/>
                </a:solidFill>
                <a:latin typeface="DM Sans"/>
                <a:ea typeface="DM Sans"/>
                <a:cs typeface="DM Sans"/>
                <a:sym typeface="DM Sans"/>
              </a:rPr>
              <a:t>XVII Jornada Científica - EP. Ing. Sistemas</a:t>
            </a:r>
          </a:p>
        </p:txBody>
      </p:sp>
      <p:pic>
        <p:nvPicPr>
          <p:cNvPr id="7" name="Picture 6" descr="A close-up of a person&amp;#39;s face&#10;&#10;AI-generated content may be incorrect.">
            <a:extLst>
              <a:ext uri="{FF2B5EF4-FFF2-40B4-BE49-F238E27FC236}">
                <a16:creationId xmlns:a16="http://schemas.microsoft.com/office/drawing/2014/main" id="{F7E3B277-9E5A-0220-0E7E-94146B786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139" y="2566988"/>
            <a:ext cx="15563849" cy="5887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404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365388-6AE8-93DA-C5ED-B8044CBD6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194C619-17B1-597B-1B89-40A2951A3284}"/>
              </a:ext>
            </a:extLst>
          </p:cNvPr>
          <p:cNvGrpSpPr/>
          <p:nvPr/>
        </p:nvGrpSpPr>
        <p:grpSpPr>
          <a:xfrm rot="60000">
            <a:off x="9236421" y="-6213694"/>
            <a:ext cx="10694888" cy="10684506"/>
            <a:chOff x="0" y="0"/>
            <a:chExt cx="890190" cy="88932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BB9CA11-26CA-C851-DD42-60DE76F19E80}"/>
                </a:ext>
              </a:extLst>
            </p:cNvPr>
            <p:cNvSpPr/>
            <p:nvPr/>
          </p:nvSpPr>
          <p:spPr>
            <a:xfrm>
              <a:off x="30005" y="29964"/>
              <a:ext cx="830180" cy="829398"/>
            </a:xfrm>
            <a:custGeom>
              <a:avLst/>
              <a:gdLst/>
              <a:ahLst/>
              <a:cxnLst/>
              <a:rect l="l" t="t" r="r" b="b"/>
              <a:pathLst>
                <a:path w="830180" h="829398">
                  <a:moveTo>
                    <a:pt x="466302" y="21198"/>
                  </a:moveTo>
                  <a:lnTo>
                    <a:pt x="808974" y="363537"/>
                  </a:lnTo>
                  <a:cubicBezTo>
                    <a:pt x="822551" y="377102"/>
                    <a:pt x="830180" y="395507"/>
                    <a:pt x="830180" y="414699"/>
                  </a:cubicBezTo>
                  <a:cubicBezTo>
                    <a:pt x="830180" y="433891"/>
                    <a:pt x="822551" y="452297"/>
                    <a:pt x="808974" y="465861"/>
                  </a:cubicBezTo>
                  <a:lnTo>
                    <a:pt x="466302" y="808200"/>
                  </a:lnTo>
                  <a:cubicBezTo>
                    <a:pt x="438010" y="836464"/>
                    <a:pt x="392170" y="836464"/>
                    <a:pt x="363879" y="808200"/>
                  </a:cubicBezTo>
                  <a:lnTo>
                    <a:pt x="21207" y="465861"/>
                  </a:lnTo>
                  <a:cubicBezTo>
                    <a:pt x="7629" y="452297"/>
                    <a:pt x="0" y="433891"/>
                    <a:pt x="0" y="414699"/>
                  </a:cubicBezTo>
                  <a:cubicBezTo>
                    <a:pt x="0" y="395507"/>
                    <a:pt x="7629" y="377102"/>
                    <a:pt x="21207" y="363537"/>
                  </a:cubicBezTo>
                  <a:lnTo>
                    <a:pt x="363879" y="21198"/>
                  </a:lnTo>
                  <a:cubicBezTo>
                    <a:pt x="392170" y="-7066"/>
                    <a:pt x="438010" y="-7066"/>
                    <a:pt x="466302" y="21198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7B602E54-0108-0F79-D4FF-8491D31DCDB5}"/>
              </a:ext>
            </a:extLst>
          </p:cNvPr>
          <p:cNvGrpSpPr/>
          <p:nvPr/>
        </p:nvGrpSpPr>
        <p:grpSpPr>
          <a:xfrm>
            <a:off x="-7951486" y="-6859967"/>
            <a:ext cx="18788758" cy="9328392"/>
            <a:chOff x="0" y="0"/>
            <a:chExt cx="1557574" cy="773317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A45F35F-888A-BBEF-72FB-02E7E4DF97F1}"/>
                </a:ext>
              </a:extLst>
            </p:cNvPr>
            <p:cNvSpPr/>
            <p:nvPr/>
          </p:nvSpPr>
          <p:spPr>
            <a:xfrm>
              <a:off x="19862" y="0"/>
              <a:ext cx="1517850" cy="759391"/>
            </a:xfrm>
            <a:custGeom>
              <a:avLst/>
              <a:gdLst/>
              <a:ahLst/>
              <a:cxnLst/>
              <a:rect l="l" t="t" r="r" b="b"/>
              <a:pathLst>
                <a:path w="1517850" h="759391">
                  <a:moveTo>
                    <a:pt x="782901" y="749509"/>
                  </a:moveTo>
                  <a:lnTo>
                    <a:pt x="1513736" y="23807"/>
                  </a:lnTo>
                  <a:cubicBezTo>
                    <a:pt x="1517739" y="19832"/>
                    <a:pt x="1518948" y="13835"/>
                    <a:pt x="1516799" y="8619"/>
                  </a:cubicBezTo>
                  <a:cubicBezTo>
                    <a:pt x="1514649" y="3404"/>
                    <a:pt x="1509565" y="0"/>
                    <a:pt x="1503924" y="0"/>
                  </a:cubicBezTo>
                  <a:lnTo>
                    <a:pt x="13926" y="0"/>
                  </a:lnTo>
                  <a:cubicBezTo>
                    <a:pt x="8285" y="0"/>
                    <a:pt x="3201" y="3404"/>
                    <a:pt x="1051" y="8619"/>
                  </a:cubicBezTo>
                  <a:cubicBezTo>
                    <a:pt x="-1099" y="13835"/>
                    <a:pt x="111" y="19832"/>
                    <a:pt x="4114" y="23807"/>
                  </a:cubicBezTo>
                  <a:lnTo>
                    <a:pt x="734949" y="749509"/>
                  </a:lnTo>
                  <a:cubicBezTo>
                    <a:pt x="748218" y="762685"/>
                    <a:pt x="769632" y="762685"/>
                    <a:pt x="782901" y="749509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7C519289-2D06-1A05-51B8-5FE7E40B2B6F}"/>
                </a:ext>
              </a:extLst>
            </p:cNvPr>
            <p:cNvSpPr txBox="1"/>
            <p:nvPr/>
          </p:nvSpPr>
          <p:spPr>
            <a:xfrm>
              <a:off x="243371" y="17137"/>
              <a:ext cx="1070832" cy="39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4" name="Group 34">
            <a:extLst>
              <a:ext uri="{FF2B5EF4-FFF2-40B4-BE49-F238E27FC236}">
                <a16:creationId xmlns:a16="http://schemas.microsoft.com/office/drawing/2014/main" id="{11FA566D-5431-CD1C-C925-DB07F7D46C70}"/>
              </a:ext>
            </a:extLst>
          </p:cNvPr>
          <p:cNvGrpSpPr/>
          <p:nvPr/>
        </p:nvGrpSpPr>
        <p:grpSpPr>
          <a:xfrm>
            <a:off x="15177259" y="582950"/>
            <a:ext cx="7454541" cy="7454541"/>
            <a:chOff x="0" y="0"/>
            <a:chExt cx="812800" cy="812800"/>
          </a:xfrm>
        </p:grpSpPr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1A3E042F-367B-C65A-5534-F49898C9314A}"/>
                </a:ext>
              </a:extLst>
            </p:cNvPr>
            <p:cNvSpPr/>
            <p:nvPr/>
          </p:nvSpPr>
          <p:spPr>
            <a:xfrm>
              <a:off x="28392" y="28392"/>
              <a:ext cx="756016" cy="756016"/>
            </a:xfrm>
            <a:custGeom>
              <a:avLst/>
              <a:gdLst/>
              <a:ahLst/>
              <a:cxnLst/>
              <a:rect l="l" t="t" r="r" b="b"/>
              <a:pathLst>
                <a:path w="756016" h="756016">
                  <a:moveTo>
                    <a:pt x="426476" y="20076"/>
                  </a:moveTo>
                  <a:lnTo>
                    <a:pt x="735940" y="329540"/>
                  </a:lnTo>
                  <a:cubicBezTo>
                    <a:pt x="762708" y="356308"/>
                    <a:pt x="762708" y="399708"/>
                    <a:pt x="735940" y="426476"/>
                  </a:cubicBezTo>
                  <a:lnTo>
                    <a:pt x="426476" y="735940"/>
                  </a:lnTo>
                  <a:cubicBezTo>
                    <a:pt x="399708" y="762708"/>
                    <a:pt x="356308" y="762708"/>
                    <a:pt x="329540" y="735940"/>
                  </a:cubicBezTo>
                  <a:lnTo>
                    <a:pt x="20076" y="426476"/>
                  </a:lnTo>
                  <a:cubicBezTo>
                    <a:pt x="-6692" y="399708"/>
                    <a:pt x="-6692" y="356308"/>
                    <a:pt x="20076" y="329540"/>
                  </a:cubicBezTo>
                  <a:lnTo>
                    <a:pt x="329540" y="20076"/>
                  </a:lnTo>
                  <a:cubicBezTo>
                    <a:pt x="356308" y="-6692"/>
                    <a:pt x="399708" y="-6692"/>
                    <a:pt x="426476" y="20076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  <p:sp>
          <p:nvSpPr>
            <p:cNvPr id="36" name="TextBox 36">
              <a:extLst>
                <a:ext uri="{FF2B5EF4-FFF2-40B4-BE49-F238E27FC236}">
                  <a16:creationId xmlns:a16="http://schemas.microsoft.com/office/drawing/2014/main" id="{AB3F96EF-C10C-CDF9-F805-311B96E2E2B2}"/>
                </a:ext>
              </a:extLst>
            </p:cNvPr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37" name="Group 37">
            <a:extLst>
              <a:ext uri="{FF2B5EF4-FFF2-40B4-BE49-F238E27FC236}">
                <a16:creationId xmlns:a16="http://schemas.microsoft.com/office/drawing/2014/main" id="{BE3CF564-497E-EF1C-D3A0-37D272EA35D2}"/>
              </a:ext>
            </a:extLst>
          </p:cNvPr>
          <p:cNvGrpSpPr/>
          <p:nvPr/>
        </p:nvGrpSpPr>
        <p:grpSpPr>
          <a:xfrm rot="-2608573">
            <a:off x="17088347" y="7603043"/>
            <a:ext cx="1371544" cy="1371544"/>
            <a:chOff x="0" y="0"/>
            <a:chExt cx="361230" cy="361230"/>
          </a:xfrm>
        </p:grpSpPr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98DA1ED2-ED11-2FF1-5361-5366A8E233B3}"/>
                </a:ext>
              </a:extLst>
            </p:cNvPr>
            <p:cNvSpPr/>
            <p:nvPr/>
          </p:nvSpPr>
          <p:spPr>
            <a:xfrm>
              <a:off x="0" y="0"/>
              <a:ext cx="361230" cy="361230"/>
            </a:xfrm>
            <a:custGeom>
              <a:avLst/>
              <a:gdLst/>
              <a:ahLst/>
              <a:cxnLst/>
              <a:rect l="l" t="t" r="r" b="b"/>
              <a:pathLst>
                <a:path w="361230" h="361230">
                  <a:moveTo>
                    <a:pt x="141117" y="0"/>
                  </a:moveTo>
                  <a:lnTo>
                    <a:pt x="220113" y="0"/>
                  </a:lnTo>
                  <a:cubicBezTo>
                    <a:pt x="298050" y="0"/>
                    <a:pt x="361230" y="63180"/>
                    <a:pt x="361230" y="141117"/>
                  </a:cubicBezTo>
                  <a:lnTo>
                    <a:pt x="361230" y="220113"/>
                  </a:lnTo>
                  <a:cubicBezTo>
                    <a:pt x="361230" y="298050"/>
                    <a:pt x="298050" y="361230"/>
                    <a:pt x="220113" y="361230"/>
                  </a:cubicBezTo>
                  <a:lnTo>
                    <a:pt x="141117" y="361230"/>
                  </a:lnTo>
                  <a:cubicBezTo>
                    <a:pt x="63180" y="361230"/>
                    <a:pt x="0" y="298050"/>
                    <a:pt x="0" y="220113"/>
                  </a:cubicBezTo>
                  <a:lnTo>
                    <a:pt x="0" y="141117"/>
                  </a:lnTo>
                  <a:cubicBezTo>
                    <a:pt x="0" y="63180"/>
                    <a:pt x="63180" y="0"/>
                    <a:pt x="141117" y="0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  <p:sp>
          <p:nvSpPr>
            <p:cNvPr id="39" name="TextBox 39">
              <a:extLst>
                <a:ext uri="{FF2B5EF4-FFF2-40B4-BE49-F238E27FC236}">
                  <a16:creationId xmlns:a16="http://schemas.microsoft.com/office/drawing/2014/main" id="{C9240082-2831-2C49-8365-1CAF6FEA70A2}"/>
                </a:ext>
              </a:extLst>
            </p:cNvPr>
            <p:cNvSpPr txBox="1"/>
            <p:nvPr/>
          </p:nvSpPr>
          <p:spPr>
            <a:xfrm>
              <a:off x="0" y="-38100"/>
              <a:ext cx="361230" cy="399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0" name="TextBox 40">
            <a:extLst>
              <a:ext uri="{FF2B5EF4-FFF2-40B4-BE49-F238E27FC236}">
                <a16:creationId xmlns:a16="http://schemas.microsoft.com/office/drawing/2014/main" id="{29C8E407-F391-350A-BED8-8FE995BD139C}"/>
              </a:ext>
            </a:extLst>
          </p:cNvPr>
          <p:cNvSpPr txBox="1"/>
          <p:nvPr/>
        </p:nvSpPr>
        <p:spPr>
          <a:xfrm>
            <a:off x="4055744" y="264288"/>
            <a:ext cx="8599715" cy="80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965"/>
              </a:lnSpc>
            </a:pPr>
            <a:r>
              <a:rPr lang="en-US" sz="6600" b="1" err="1">
                <a:solidFill>
                  <a:srgbClr val="003865"/>
                </a:solidFill>
                <a:ea typeface="+mn-lt"/>
                <a:cs typeface="+mn-lt"/>
                <a:sym typeface="DM Sans Bold"/>
              </a:rPr>
              <a:t>Cuantización</a:t>
            </a:r>
            <a:endParaRPr lang="en-US" b="1" err="1"/>
          </a:p>
        </p:txBody>
      </p:sp>
      <p:grpSp>
        <p:nvGrpSpPr>
          <p:cNvPr id="41" name="Group 41">
            <a:extLst>
              <a:ext uri="{FF2B5EF4-FFF2-40B4-BE49-F238E27FC236}">
                <a16:creationId xmlns:a16="http://schemas.microsoft.com/office/drawing/2014/main" id="{330EFA6F-5FF4-3199-9CC3-E4FDD986DC3E}"/>
              </a:ext>
            </a:extLst>
          </p:cNvPr>
          <p:cNvGrpSpPr/>
          <p:nvPr/>
        </p:nvGrpSpPr>
        <p:grpSpPr>
          <a:xfrm>
            <a:off x="13679937" y="264617"/>
            <a:ext cx="4236691" cy="1017667"/>
            <a:chOff x="0" y="0"/>
            <a:chExt cx="5648921" cy="1356890"/>
          </a:xfrm>
        </p:grpSpPr>
        <p:sp>
          <p:nvSpPr>
            <p:cNvPr id="42" name="AutoShape 42">
              <a:extLst>
                <a:ext uri="{FF2B5EF4-FFF2-40B4-BE49-F238E27FC236}">
                  <a16:creationId xmlns:a16="http://schemas.microsoft.com/office/drawing/2014/main" id="{9FC2D32D-1166-574C-F6B2-3620B221EE86}"/>
                </a:ext>
              </a:extLst>
            </p:cNvPr>
            <p:cNvSpPr/>
            <p:nvPr/>
          </p:nvSpPr>
          <p:spPr>
            <a:xfrm flipV="1">
              <a:off x="1676475" y="63164"/>
              <a:ext cx="0" cy="1089969"/>
            </a:xfrm>
            <a:prstGeom prst="line">
              <a:avLst/>
            </a:prstGeom>
            <a:ln w="24169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43" name="Group 43">
              <a:extLst>
                <a:ext uri="{FF2B5EF4-FFF2-40B4-BE49-F238E27FC236}">
                  <a16:creationId xmlns:a16="http://schemas.microsoft.com/office/drawing/2014/main" id="{60DD6EF7-B243-CB43-0EC9-E3EDE56ED1F5}"/>
                </a:ext>
              </a:extLst>
            </p:cNvPr>
            <p:cNvGrpSpPr/>
            <p:nvPr/>
          </p:nvGrpSpPr>
          <p:grpSpPr>
            <a:xfrm>
              <a:off x="351121" y="0"/>
              <a:ext cx="847915" cy="777489"/>
              <a:chOff x="0" y="0"/>
              <a:chExt cx="1791183" cy="1642402"/>
            </a:xfrm>
          </p:grpSpPr>
          <p:sp>
            <p:nvSpPr>
              <p:cNvPr id="44" name="Freeform 44">
                <a:extLst>
                  <a:ext uri="{FF2B5EF4-FFF2-40B4-BE49-F238E27FC236}">
                    <a16:creationId xmlns:a16="http://schemas.microsoft.com/office/drawing/2014/main" id="{5B09076B-4DF5-D0FD-DAE7-B5855A372B5E}"/>
                  </a:ext>
                </a:extLst>
              </p:cNvPr>
              <p:cNvSpPr/>
              <p:nvPr/>
            </p:nvSpPr>
            <p:spPr>
              <a:xfrm>
                <a:off x="286132" y="63429"/>
                <a:ext cx="1151836" cy="829127"/>
              </a:xfrm>
              <a:custGeom>
                <a:avLst/>
                <a:gdLst/>
                <a:ahLst/>
                <a:cxnLst/>
                <a:rect l="l" t="t" r="r" b="b"/>
                <a:pathLst>
                  <a:path w="1151836" h="829127">
                    <a:moveTo>
                      <a:pt x="0" y="829127"/>
                    </a:moveTo>
                    <a:cubicBezTo>
                      <a:pt x="762" y="780866"/>
                      <a:pt x="17653" y="742386"/>
                      <a:pt x="52197" y="720923"/>
                    </a:cubicBezTo>
                    <a:cubicBezTo>
                      <a:pt x="83185" y="701619"/>
                      <a:pt x="95885" y="675584"/>
                      <a:pt x="107442" y="645612"/>
                    </a:cubicBezTo>
                    <a:cubicBezTo>
                      <a:pt x="172339" y="476575"/>
                      <a:pt x="237364" y="307538"/>
                      <a:pt x="302134" y="138374"/>
                    </a:cubicBezTo>
                    <a:cubicBezTo>
                      <a:pt x="315342" y="103830"/>
                      <a:pt x="328804" y="69286"/>
                      <a:pt x="340615" y="34234"/>
                    </a:cubicBezTo>
                    <a:cubicBezTo>
                      <a:pt x="348108" y="11628"/>
                      <a:pt x="357379" y="-1072"/>
                      <a:pt x="385573" y="71"/>
                    </a:cubicBezTo>
                    <a:cubicBezTo>
                      <a:pt x="449200" y="2738"/>
                      <a:pt x="512954" y="960"/>
                      <a:pt x="580138" y="960"/>
                    </a:cubicBezTo>
                    <a:cubicBezTo>
                      <a:pt x="531369" y="197937"/>
                      <a:pt x="482982" y="392628"/>
                      <a:pt x="433579" y="592145"/>
                    </a:cubicBezTo>
                    <a:cubicBezTo>
                      <a:pt x="540894" y="567634"/>
                      <a:pt x="642876" y="544520"/>
                      <a:pt x="744476" y="520136"/>
                    </a:cubicBezTo>
                    <a:cubicBezTo>
                      <a:pt x="750064" y="518866"/>
                      <a:pt x="757430" y="504134"/>
                      <a:pt x="755779" y="497530"/>
                    </a:cubicBezTo>
                    <a:cubicBezTo>
                      <a:pt x="718949" y="346146"/>
                      <a:pt x="681103" y="195016"/>
                      <a:pt x="643511" y="43759"/>
                    </a:cubicBezTo>
                    <a:cubicBezTo>
                      <a:pt x="640209" y="30551"/>
                      <a:pt x="638050" y="17216"/>
                      <a:pt x="634748" y="960"/>
                    </a:cubicBezTo>
                    <a:cubicBezTo>
                      <a:pt x="706249" y="960"/>
                      <a:pt x="776734" y="452"/>
                      <a:pt x="847219" y="1849"/>
                    </a:cubicBezTo>
                    <a:cubicBezTo>
                      <a:pt x="854077" y="1976"/>
                      <a:pt x="863856" y="13279"/>
                      <a:pt x="867031" y="21407"/>
                    </a:cubicBezTo>
                    <a:cubicBezTo>
                      <a:pt x="919101" y="154630"/>
                      <a:pt x="970410" y="287980"/>
                      <a:pt x="1022988" y="424251"/>
                    </a:cubicBezTo>
                    <a:cubicBezTo>
                      <a:pt x="1073407" y="399613"/>
                      <a:pt x="1113412" y="365069"/>
                      <a:pt x="1141098" y="313253"/>
                    </a:cubicBezTo>
                    <a:cubicBezTo>
                      <a:pt x="1161545" y="359735"/>
                      <a:pt x="1151258" y="410154"/>
                      <a:pt x="1123191" y="442793"/>
                    </a:cubicBezTo>
                    <a:cubicBezTo>
                      <a:pt x="1068200" y="506674"/>
                      <a:pt x="991746" y="531312"/>
                      <a:pt x="916053" y="552521"/>
                    </a:cubicBezTo>
                    <a:cubicBezTo>
                      <a:pt x="769876" y="593415"/>
                      <a:pt x="622048" y="628594"/>
                      <a:pt x="474473" y="664662"/>
                    </a:cubicBezTo>
                    <a:cubicBezTo>
                      <a:pt x="338329" y="697936"/>
                      <a:pt x="200152" y="724352"/>
                      <a:pt x="72136" y="784804"/>
                    </a:cubicBezTo>
                    <a:cubicBezTo>
                      <a:pt x="48641" y="795979"/>
                      <a:pt x="27559" y="811982"/>
                      <a:pt x="127" y="828999"/>
                    </a:cubicBezTo>
                  </a:path>
                </a:pathLst>
              </a:custGeom>
              <a:solidFill>
                <a:srgbClr val="003865"/>
              </a:solidFill>
            </p:spPr>
          </p:sp>
          <p:sp>
            <p:nvSpPr>
              <p:cNvPr id="45" name="Freeform 45">
                <a:extLst>
                  <a:ext uri="{FF2B5EF4-FFF2-40B4-BE49-F238E27FC236}">
                    <a16:creationId xmlns:a16="http://schemas.microsoft.com/office/drawing/2014/main" id="{9E5BC771-EF60-CBE4-57DB-D5D99CA446BB}"/>
                  </a:ext>
                </a:extLst>
              </p:cNvPr>
              <p:cNvSpPr/>
              <p:nvPr/>
            </p:nvSpPr>
            <p:spPr>
              <a:xfrm>
                <a:off x="1160529" y="921131"/>
                <a:ext cx="567311" cy="657733"/>
              </a:xfrm>
              <a:custGeom>
                <a:avLst/>
                <a:gdLst/>
                <a:ahLst/>
                <a:cxnLst/>
                <a:rect l="l" t="t" r="r" b="b"/>
                <a:pathLst>
                  <a:path w="567311" h="657733">
                    <a:moveTo>
                      <a:pt x="567184" y="657732"/>
                    </a:moveTo>
                    <a:cubicBezTo>
                      <a:pt x="523369" y="650112"/>
                      <a:pt x="483363" y="642492"/>
                      <a:pt x="442977" y="636142"/>
                    </a:cubicBezTo>
                    <a:cubicBezTo>
                      <a:pt x="380239" y="626363"/>
                      <a:pt x="317374" y="616965"/>
                      <a:pt x="254382" y="608456"/>
                    </a:cubicBezTo>
                    <a:cubicBezTo>
                      <a:pt x="216409" y="603376"/>
                      <a:pt x="177928" y="602106"/>
                      <a:pt x="140463" y="594994"/>
                    </a:cubicBezTo>
                    <a:cubicBezTo>
                      <a:pt x="129922" y="592962"/>
                      <a:pt x="116714" y="577976"/>
                      <a:pt x="113793" y="566546"/>
                    </a:cubicBezTo>
                    <a:cubicBezTo>
                      <a:pt x="90171" y="476122"/>
                      <a:pt x="68961" y="385063"/>
                      <a:pt x="46482" y="294258"/>
                    </a:cubicBezTo>
                    <a:cubicBezTo>
                      <a:pt x="31369" y="232917"/>
                      <a:pt x="15367" y="171703"/>
                      <a:pt x="0" y="111505"/>
                    </a:cubicBezTo>
                    <a:cubicBezTo>
                      <a:pt x="103505" y="74802"/>
                      <a:pt x="206884" y="38227"/>
                      <a:pt x="314707" y="0"/>
                    </a:cubicBezTo>
                    <a:cubicBezTo>
                      <a:pt x="396368" y="212724"/>
                      <a:pt x="481078" y="433196"/>
                      <a:pt x="567311" y="657732"/>
                    </a:cubicBezTo>
                  </a:path>
                </a:pathLst>
              </a:custGeom>
              <a:solidFill>
                <a:srgbClr val="003865"/>
              </a:solidFill>
            </p:spPr>
          </p:sp>
          <p:sp>
            <p:nvSpPr>
              <p:cNvPr id="46" name="Freeform 46">
                <a:extLst>
                  <a:ext uri="{FF2B5EF4-FFF2-40B4-BE49-F238E27FC236}">
                    <a16:creationId xmlns:a16="http://schemas.microsoft.com/office/drawing/2014/main" id="{14D8F477-32A7-C4CA-94FC-EECA095FCA44}"/>
                  </a:ext>
                </a:extLst>
              </p:cNvPr>
              <p:cNvSpPr/>
              <p:nvPr/>
            </p:nvSpPr>
            <p:spPr>
              <a:xfrm>
                <a:off x="113698" y="602615"/>
                <a:ext cx="1465957" cy="768223"/>
              </a:xfrm>
              <a:custGeom>
                <a:avLst/>
                <a:gdLst/>
                <a:ahLst/>
                <a:cxnLst/>
                <a:rect l="l" t="t" r="r" b="b"/>
                <a:pathLst>
                  <a:path w="1465957" h="768223">
                    <a:moveTo>
                      <a:pt x="856" y="768222"/>
                    </a:moveTo>
                    <a:cubicBezTo>
                      <a:pt x="856" y="749934"/>
                      <a:pt x="-1303" y="731392"/>
                      <a:pt x="1237" y="713485"/>
                    </a:cubicBezTo>
                    <a:cubicBezTo>
                      <a:pt x="14699" y="617600"/>
                      <a:pt x="77438" y="556132"/>
                      <a:pt x="154400" y="508761"/>
                    </a:cubicBezTo>
                    <a:cubicBezTo>
                      <a:pt x="269716" y="437768"/>
                      <a:pt x="400145" y="406653"/>
                      <a:pt x="530321" y="376173"/>
                    </a:cubicBezTo>
                    <a:cubicBezTo>
                      <a:pt x="636493" y="351282"/>
                      <a:pt x="742665" y="326136"/>
                      <a:pt x="848203" y="298323"/>
                    </a:cubicBezTo>
                    <a:cubicBezTo>
                      <a:pt x="971520" y="265684"/>
                      <a:pt x="1095472" y="234569"/>
                      <a:pt x="1216250" y="194056"/>
                    </a:cubicBezTo>
                    <a:cubicBezTo>
                      <a:pt x="1314548" y="161036"/>
                      <a:pt x="1404972" y="110744"/>
                      <a:pt x="1451581" y="0"/>
                    </a:cubicBezTo>
                    <a:cubicBezTo>
                      <a:pt x="1470378" y="44450"/>
                      <a:pt x="1468092" y="83058"/>
                      <a:pt x="1459709" y="121412"/>
                    </a:cubicBezTo>
                    <a:cubicBezTo>
                      <a:pt x="1440405" y="210058"/>
                      <a:pt x="1374492" y="258699"/>
                      <a:pt x="1297022" y="285115"/>
                    </a:cubicBezTo>
                    <a:cubicBezTo>
                      <a:pt x="1146908" y="336296"/>
                      <a:pt x="994380" y="380364"/>
                      <a:pt x="841980" y="424052"/>
                    </a:cubicBezTo>
                    <a:cubicBezTo>
                      <a:pt x="661385" y="475741"/>
                      <a:pt x="479394" y="522604"/>
                      <a:pt x="298799" y="574166"/>
                    </a:cubicBezTo>
                    <a:cubicBezTo>
                      <a:pt x="213455" y="598550"/>
                      <a:pt x="136239" y="641349"/>
                      <a:pt x="68929" y="699642"/>
                    </a:cubicBezTo>
                    <a:cubicBezTo>
                      <a:pt x="46322" y="719327"/>
                      <a:pt x="28796" y="744854"/>
                      <a:pt x="8857" y="767714"/>
                    </a:cubicBezTo>
                    <a:cubicBezTo>
                      <a:pt x="6190" y="767841"/>
                      <a:pt x="3523" y="767968"/>
                      <a:pt x="856" y="768095"/>
                    </a:cubicBezTo>
                  </a:path>
                </a:pathLst>
              </a:custGeom>
              <a:solidFill>
                <a:srgbClr val="003865"/>
              </a:solidFill>
            </p:spPr>
          </p:sp>
          <p:sp>
            <p:nvSpPr>
              <p:cNvPr id="47" name="Freeform 47">
                <a:extLst>
                  <a:ext uri="{FF2B5EF4-FFF2-40B4-BE49-F238E27FC236}">
                    <a16:creationId xmlns:a16="http://schemas.microsoft.com/office/drawing/2014/main" id="{0C8F7B75-A63E-494B-4C89-A60415499CEC}"/>
                  </a:ext>
                </a:extLst>
              </p:cNvPr>
              <p:cNvSpPr/>
              <p:nvPr/>
            </p:nvSpPr>
            <p:spPr>
              <a:xfrm>
                <a:off x="191335" y="477393"/>
                <a:ext cx="1319675" cy="635127"/>
              </a:xfrm>
              <a:custGeom>
                <a:avLst/>
                <a:gdLst/>
                <a:ahLst/>
                <a:cxnLst/>
                <a:rect l="l" t="t" r="r" b="b"/>
                <a:pathLst>
                  <a:path w="1319675" h="635127">
                    <a:moveTo>
                      <a:pt x="11866" y="634999"/>
                    </a:moveTo>
                    <a:cubicBezTo>
                      <a:pt x="-8581" y="601852"/>
                      <a:pt x="-1342" y="556640"/>
                      <a:pt x="23931" y="521334"/>
                    </a:cubicBezTo>
                    <a:cubicBezTo>
                      <a:pt x="67365" y="460374"/>
                      <a:pt x="130611" y="427735"/>
                      <a:pt x="197921" y="407669"/>
                    </a:cubicBezTo>
                    <a:cubicBezTo>
                      <a:pt x="326445" y="369188"/>
                      <a:pt x="457002" y="337311"/>
                      <a:pt x="587177" y="304673"/>
                    </a:cubicBezTo>
                    <a:cubicBezTo>
                      <a:pt x="766502" y="259715"/>
                      <a:pt x="949763" y="228981"/>
                      <a:pt x="1122611" y="160274"/>
                    </a:cubicBezTo>
                    <a:cubicBezTo>
                      <a:pt x="1195763" y="131191"/>
                      <a:pt x="1259136" y="87376"/>
                      <a:pt x="1296474" y="14224"/>
                    </a:cubicBezTo>
                    <a:cubicBezTo>
                      <a:pt x="1298887" y="9398"/>
                      <a:pt x="1302697" y="5207"/>
                      <a:pt x="1306380" y="0"/>
                    </a:cubicBezTo>
                    <a:cubicBezTo>
                      <a:pt x="1335590" y="52578"/>
                      <a:pt x="1313238" y="132207"/>
                      <a:pt x="1272598" y="177165"/>
                    </a:cubicBezTo>
                    <a:cubicBezTo>
                      <a:pt x="1215321" y="240284"/>
                      <a:pt x="1139883" y="270510"/>
                      <a:pt x="1061270" y="292100"/>
                    </a:cubicBezTo>
                    <a:cubicBezTo>
                      <a:pt x="914838" y="332359"/>
                      <a:pt x="767264" y="368426"/>
                      <a:pt x="620197" y="406526"/>
                    </a:cubicBezTo>
                    <a:cubicBezTo>
                      <a:pt x="491165" y="440054"/>
                      <a:pt x="361498" y="471550"/>
                      <a:pt x="233481" y="508507"/>
                    </a:cubicBezTo>
                    <a:cubicBezTo>
                      <a:pt x="150423" y="532383"/>
                      <a:pt x="72572" y="569340"/>
                      <a:pt x="11993" y="635126"/>
                    </a:cubicBezTo>
                  </a:path>
                </a:pathLst>
              </a:custGeom>
              <a:solidFill>
                <a:srgbClr val="003865"/>
              </a:solidFill>
            </p:spPr>
          </p:sp>
          <p:sp>
            <p:nvSpPr>
              <p:cNvPr id="48" name="Freeform 48">
                <a:extLst>
                  <a:ext uri="{FF2B5EF4-FFF2-40B4-BE49-F238E27FC236}">
                    <a16:creationId xmlns:a16="http://schemas.microsoft.com/office/drawing/2014/main" id="{D24AC570-44BB-354F-7948-4284905F0A84}"/>
                  </a:ext>
                </a:extLst>
              </p:cNvPr>
              <p:cNvSpPr/>
              <p:nvPr/>
            </p:nvSpPr>
            <p:spPr>
              <a:xfrm>
                <a:off x="63373" y="1179321"/>
                <a:ext cx="524258" cy="398907"/>
              </a:xfrm>
              <a:custGeom>
                <a:avLst/>
                <a:gdLst/>
                <a:ahLst/>
                <a:cxnLst/>
                <a:rect l="l" t="t" r="r" b="b"/>
                <a:pathLst>
                  <a:path w="524258" h="398907">
                    <a:moveTo>
                      <a:pt x="127" y="398907"/>
                    </a:moveTo>
                    <a:cubicBezTo>
                      <a:pt x="26543" y="274320"/>
                      <a:pt x="88646" y="178943"/>
                      <a:pt x="201296" y="117094"/>
                    </a:cubicBezTo>
                    <a:cubicBezTo>
                      <a:pt x="301499" y="62103"/>
                      <a:pt x="409703" y="33274"/>
                      <a:pt x="524258" y="0"/>
                    </a:cubicBezTo>
                    <a:cubicBezTo>
                      <a:pt x="516257" y="35687"/>
                      <a:pt x="510161" y="65786"/>
                      <a:pt x="502795" y="95504"/>
                    </a:cubicBezTo>
                    <a:cubicBezTo>
                      <a:pt x="485523" y="165354"/>
                      <a:pt x="467108" y="235077"/>
                      <a:pt x="450343" y="305054"/>
                    </a:cubicBezTo>
                    <a:cubicBezTo>
                      <a:pt x="444755" y="328549"/>
                      <a:pt x="433198" y="336550"/>
                      <a:pt x="408179" y="339090"/>
                    </a:cubicBezTo>
                    <a:cubicBezTo>
                      <a:pt x="324486" y="347472"/>
                      <a:pt x="240920" y="359029"/>
                      <a:pt x="157735" y="371094"/>
                    </a:cubicBezTo>
                    <a:cubicBezTo>
                      <a:pt x="104775" y="378714"/>
                      <a:pt x="52324" y="389636"/>
                      <a:pt x="0" y="398907"/>
                    </a:cubicBezTo>
                  </a:path>
                </a:pathLst>
              </a:custGeom>
              <a:solidFill>
                <a:srgbClr val="003865"/>
              </a:solidFill>
            </p:spPr>
          </p:sp>
        </p:grpSp>
        <p:grpSp>
          <p:nvGrpSpPr>
            <p:cNvPr id="49" name="Group 49">
              <a:extLst>
                <a:ext uri="{FF2B5EF4-FFF2-40B4-BE49-F238E27FC236}">
                  <a16:creationId xmlns:a16="http://schemas.microsoft.com/office/drawing/2014/main" id="{ECE1509D-6F68-AF75-8289-9D1AB48D962D}"/>
                </a:ext>
              </a:extLst>
            </p:cNvPr>
            <p:cNvGrpSpPr/>
            <p:nvPr/>
          </p:nvGrpSpPr>
          <p:grpSpPr>
            <a:xfrm>
              <a:off x="113085" y="794655"/>
              <a:ext cx="305916" cy="342156"/>
              <a:chOff x="0" y="0"/>
              <a:chExt cx="1131697" cy="1265758"/>
            </a:xfrm>
          </p:grpSpPr>
          <p:sp>
            <p:nvSpPr>
              <p:cNvPr id="50" name="Freeform 50">
                <a:extLst>
                  <a:ext uri="{FF2B5EF4-FFF2-40B4-BE49-F238E27FC236}">
                    <a16:creationId xmlns:a16="http://schemas.microsoft.com/office/drawing/2014/main" id="{9865784E-6F9F-DEB2-37CE-24F230EA846C}"/>
                  </a:ext>
                </a:extLst>
              </p:cNvPr>
              <p:cNvSpPr/>
              <p:nvPr/>
            </p:nvSpPr>
            <p:spPr>
              <a:xfrm>
                <a:off x="0" y="0"/>
                <a:ext cx="1131697" cy="1265809"/>
              </a:xfrm>
              <a:custGeom>
                <a:avLst/>
                <a:gdLst/>
                <a:ahLst/>
                <a:cxnLst/>
                <a:rect l="l" t="t" r="r" b="b"/>
                <a:pathLst>
                  <a:path w="1131697" h="1265809">
                    <a:moveTo>
                      <a:pt x="1131697" y="0"/>
                    </a:moveTo>
                    <a:lnTo>
                      <a:pt x="1131697" y="703072"/>
                    </a:lnTo>
                    <a:cubicBezTo>
                      <a:pt x="1131697" y="1109980"/>
                      <a:pt x="913511" y="1265809"/>
                      <a:pt x="565785" y="1265809"/>
                    </a:cubicBezTo>
                    <a:cubicBezTo>
                      <a:pt x="218059" y="1265809"/>
                      <a:pt x="0" y="1109853"/>
                      <a:pt x="0" y="703072"/>
                    </a:cubicBezTo>
                    <a:lnTo>
                      <a:pt x="0" y="0"/>
                    </a:lnTo>
                    <a:lnTo>
                      <a:pt x="311785" y="0"/>
                    </a:lnTo>
                    <a:lnTo>
                      <a:pt x="311785" y="625094"/>
                    </a:lnTo>
                    <a:cubicBezTo>
                      <a:pt x="311785" y="891667"/>
                      <a:pt x="411607" y="993013"/>
                      <a:pt x="565912" y="993013"/>
                    </a:cubicBezTo>
                    <a:cubicBezTo>
                      <a:pt x="720217" y="993013"/>
                      <a:pt x="820039" y="891667"/>
                      <a:pt x="820039" y="625094"/>
                    </a:cubicBezTo>
                    <a:lnTo>
                      <a:pt x="820039" y="0"/>
                    </a:lnTo>
                    <a:close/>
                  </a:path>
                </a:pathLst>
              </a:custGeom>
              <a:solidFill>
                <a:srgbClr val="003865"/>
              </a:solidFill>
            </p:spPr>
          </p:sp>
        </p:grpSp>
        <p:grpSp>
          <p:nvGrpSpPr>
            <p:cNvPr id="51" name="Group 51">
              <a:extLst>
                <a:ext uri="{FF2B5EF4-FFF2-40B4-BE49-F238E27FC236}">
                  <a16:creationId xmlns:a16="http://schemas.microsoft.com/office/drawing/2014/main" id="{47E6E13B-C0A5-8B61-81F7-AF5C40EDF71A}"/>
                </a:ext>
              </a:extLst>
            </p:cNvPr>
            <p:cNvGrpSpPr/>
            <p:nvPr/>
          </p:nvGrpSpPr>
          <p:grpSpPr>
            <a:xfrm>
              <a:off x="465058" y="777489"/>
              <a:ext cx="641120" cy="375643"/>
              <a:chOff x="0" y="0"/>
              <a:chExt cx="2371738" cy="1389647"/>
            </a:xfrm>
          </p:grpSpPr>
          <p:sp>
            <p:nvSpPr>
              <p:cNvPr id="52" name="Freeform 52">
                <a:extLst>
                  <a:ext uri="{FF2B5EF4-FFF2-40B4-BE49-F238E27FC236}">
                    <a16:creationId xmlns:a16="http://schemas.microsoft.com/office/drawing/2014/main" id="{FF6163FC-F1E6-F531-CF1E-242820A78E9F}"/>
                  </a:ext>
                </a:extLst>
              </p:cNvPr>
              <p:cNvSpPr/>
              <p:nvPr/>
            </p:nvSpPr>
            <p:spPr>
              <a:xfrm>
                <a:off x="63500" y="63500"/>
                <a:ext cx="1130175" cy="1247142"/>
              </a:xfrm>
              <a:custGeom>
                <a:avLst/>
                <a:gdLst/>
                <a:ahLst/>
                <a:cxnLst/>
                <a:rect l="l" t="t" r="r" b="b"/>
                <a:pathLst>
                  <a:path w="1130175" h="1247142">
                    <a:moveTo>
                      <a:pt x="815215" y="453645"/>
                    </a:moveTo>
                    <a:cubicBezTo>
                      <a:pt x="815215" y="349251"/>
                      <a:pt x="748159" y="280671"/>
                      <a:pt x="578232" y="280671"/>
                    </a:cubicBezTo>
                    <a:lnTo>
                      <a:pt x="311786" y="280671"/>
                    </a:lnTo>
                    <a:lnTo>
                      <a:pt x="311786" y="612649"/>
                    </a:lnTo>
                    <a:lnTo>
                      <a:pt x="578359" y="612649"/>
                    </a:lnTo>
                    <a:cubicBezTo>
                      <a:pt x="748286" y="612649"/>
                      <a:pt x="815342" y="545593"/>
                      <a:pt x="815342" y="453645"/>
                    </a:cubicBezTo>
                    <a:moveTo>
                      <a:pt x="1130176" y="452121"/>
                    </a:moveTo>
                    <a:cubicBezTo>
                      <a:pt x="1130176" y="798197"/>
                      <a:pt x="849632" y="893320"/>
                      <a:pt x="562738" y="893320"/>
                    </a:cubicBezTo>
                    <a:lnTo>
                      <a:pt x="311786" y="893320"/>
                    </a:lnTo>
                    <a:lnTo>
                      <a:pt x="311786" y="1247142"/>
                    </a:lnTo>
                    <a:lnTo>
                      <a:pt x="0" y="1247142"/>
                    </a:lnTo>
                    <a:lnTo>
                      <a:pt x="0" y="0"/>
                    </a:lnTo>
                    <a:lnTo>
                      <a:pt x="547117" y="0"/>
                    </a:lnTo>
                    <a:cubicBezTo>
                      <a:pt x="818390" y="0"/>
                      <a:pt x="1130049" y="81026"/>
                      <a:pt x="1130049" y="452121"/>
                    </a:cubicBezTo>
                  </a:path>
                </a:pathLst>
              </a:custGeom>
              <a:solidFill>
                <a:srgbClr val="003865"/>
              </a:solidFill>
            </p:spPr>
          </p:sp>
          <p:sp>
            <p:nvSpPr>
              <p:cNvPr id="53" name="Freeform 53">
                <a:extLst>
                  <a:ext uri="{FF2B5EF4-FFF2-40B4-BE49-F238E27FC236}">
                    <a16:creationId xmlns:a16="http://schemas.microsoft.com/office/drawing/2014/main" id="{7FB47E37-3F96-5FAA-C847-A8CA87B11D36}"/>
                  </a:ext>
                </a:extLst>
              </p:cNvPr>
              <p:cNvSpPr/>
              <p:nvPr/>
            </p:nvSpPr>
            <p:spPr>
              <a:xfrm>
                <a:off x="1304293" y="453264"/>
                <a:ext cx="1003810" cy="872872"/>
              </a:xfrm>
              <a:custGeom>
                <a:avLst/>
                <a:gdLst/>
                <a:ahLst/>
                <a:cxnLst/>
                <a:rect l="l" t="t" r="r" b="b"/>
                <a:pathLst>
                  <a:path w="1003810" h="872872">
                    <a:moveTo>
                      <a:pt x="313436" y="374015"/>
                    </a:moveTo>
                    <a:lnTo>
                      <a:pt x="701549" y="374015"/>
                    </a:lnTo>
                    <a:cubicBezTo>
                      <a:pt x="685928" y="271145"/>
                      <a:pt x="625222" y="225933"/>
                      <a:pt x="495809" y="225933"/>
                    </a:cubicBezTo>
                    <a:cubicBezTo>
                      <a:pt x="391414" y="228981"/>
                      <a:pt x="329057" y="277368"/>
                      <a:pt x="313436" y="374015"/>
                    </a:cubicBezTo>
                    <a:moveTo>
                      <a:pt x="575311" y="665608"/>
                    </a:moveTo>
                    <a:cubicBezTo>
                      <a:pt x="715646" y="665608"/>
                      <a:pt x="851282" y="625095"/>
                      <a:pt x="969647" y="582931"/>
                    </a:cubicBezTo>
                    <a:lnTo>
                      <a:pt x="969647" y="805816"/>
                    </a:lnTo>
                    <a:cubicBezTo>
                      <a:pt x="891669" y="847853"/>
                      <a:pt x="737363" y="872872"/>
                      <a:pt x="573660" y="872872"/>
                    </a:cubicBezTo>
                    <a:cubicBezTo>
                      <a:pt x="196469" y="872872"/>
                      <a:pt x="0" y="718567"/>
                      <a:pt x="0" y="445771"/>
                    </a:cubicBezTo>
                    <a:cubicBezTo>
                      <a:pt x="0" y="171450"/>
                      <a:pt x="194818" y="0"/>
                      <a:pt x="495682" y="0"/>
                    </a:cubicBezTo>
                    <a:cubicBezTo>
                      <a:pt x="835535" y="0"/>
                      <a:pt x="1003810" y="197993"/>
                      <a:pt x="1003810" y="506604"/>
                    </a:cubicBezTo>
                    <a:lnTo>
                      <a:pt x="319659" y="506604"/>
                    </a:lnTo>
                    <a:cubicBezTo>
                      <a:pt x="344552" y="595504"/>
                      <a:pt x="414783" y="665608"/>
                      <a:pt x="575311" y="665608"/>
                    </a:cubicBezTo>
                  </a:path>
                </a:pathLst>
              </a:custGeom>
              <a:solidFill>
                <a:srgbClr val="003865"/>
              </a:solidFill>
            </p:spPr>
          </p:sp>
        </p:grpSp>
        <p:grpSp>
          <p:nvGrpSpPr>
            <p:cNvPr id="54" name="Group 54">
              <a:extLst>
                <a:ext uri="{FF2B5EF4-FFF2-40B4-BE49-F238E27FC236}">
                  <a16:creationId xmlns:a16="http://schemas.microsoft.com/office/drawing/2014/main" id="{B6FDFA96-8D51-F7A6-034D-17F86363B4B5}"/>
                </a:ext>
              </a:extLst>
            </p:cNvPr>
            <p:cNvGrpSpPr/>
            <p:nvPr/>
          </p:nvGrpSpPr>
          <p:grpSpPr>
            <a:xfrm>
              <a:off x="1131156" y="794655"/>
              <a:ext cx="305916" cy="342156"/>
              <a:chOff x="0" y="0"/>
              <a:chExt cx="1131697" cy="1265758"/>
            </a:xfrm>
          </p:grpSpPr>
          <p:sp>
            <p:nvSpPr>
              <p:cNvPr id="55" name="Freeform 55">
                <a:extLst>
                  <a:ext uri="{FF2B5EF4-FFF2-40B4-BE49-F238E27FC236}">
                    <a16:creationId xmlns:a16="http://schemas.microsoft.com/office/drawing/2014/main" id="{5F47F1A0-C95C-08B3-36E0-A4C770DAF83A}"/>
                  </a:ext>
                </a:extLst>
              </p:cNvPr>
              <p:cNvSpPr/>
              <p:nvPr/>
            </p:nvSpPr>
            <p:spPr>
              <a:xfrm>
                <a:off x="0" y="0"/>
                <a:ext cx="1131697" cy="1265809"/>
              </a:xfrm>
              <a:custGeom>
                <a:avLst/>
                <a:gdLst/>
                <a:ahLst/>
                <a:cxnLst/>
                <a:rect l="l" t="t" r="r" b="b"/>
                <a:pathLst>
                  <a:path w="1131697" h="1265809">
                    <a:moveTo>
                      <a:pt x="1131697" y="0"/>
                    </a:moveTo>
                    <a:lnTo>
                      <a:pt x="1131697" y="703072"/>
                    </a:lnTo>
                    <a:cubicBezTo>
                      <a:pt x="1131697" y="1109980"/>
                      <a:pt x="913511" y="1265809"/>
                      <a:pt x="565785" y="1265809"/>
                    </a:cubicBezTo>
                    <a:cubicBezTo>
                      <a:pt x="218059" y="1265809"/>
                      <a:pt x="0" y="1109853"/>
                      <a:pt x="0" y="703072"/>
                    </a:cubicBezTo>
                    <a:lnTo>
                      <a:pt x="0" y="0"/>
                    </a:lnTo>
                    <a:lnTo>
                      <a:pt x="311785" y="0"/>
                    </a:lnTo>
                    <a:lnTo>
                      <a:pt x="311785" y="625094"/>
                    </a:lnTo>
                    <a:cubicBezTo>
                      <a:pt x="311785" y="891667"/>
                      <a:pt x="411607" y="993013"/>
                      <a:pt x="565912" y="993013"/>
                    </a:cubicBezTo>
                    <a:cubicBezTo>
                      <a:pt x="720217" y="993013"/>
                      <a:pt x="820039" y="891667"/>
                      <a:pt x="820039" y="625094"/>
                    </a:cubicBezTo>
                    <a:lnTo>
                      <a:pt x="820039" y="0"/>
                    </a:lnTo>
                    <a:close/>
                  </a:path>
                </a:pathLst>
              </a:custGeom>
              <a:solidFill>
                <a:srgbClr val="003865"/>
              </a:solidFill>
            </p:spPr>
          </p:sp>
        </p:grpSp>
        <p:sp>
          <p:nvSpPr>
            <p:cNvPr id="56" name="TextBox 56">
              <a:extLst>
                <a:ext uri="{FF2B5EF4-FFF2-40B4-BE49-F238E27FC236}">
                  <a16:creationId xmlns:a16="http://schemas.microsoft.com/office/drawing/2014/main" id="{F0A97E0C-5235-2A5D-5ED1-1B8FAD3F1818}"/>
                </a:ext>
              </a:extLst>
            </p:cNvPr>
            <p:cNvSpPr txBox="1"/>
            <p:nvPr/>
          </p:nvSpPr>
          <p:spPr>
            <a:xfrm>
              <a:off x="1837151" y="34589"/>
              <a:ext cx="3811770" cy="7256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17"/>
                </a:lnSpc>
              </a:pPr>
              <a:r>
                <a:rPr lang="en-US" sz="3486" spc="282">
                  <a:solidFill>
                    <a:srgbClr val="12315F"/>
                  </a:solidFill>
                  <a:latin typeface="Prompt Light"/>
                  <a:ea typeface="Prompt Light"/>
                  <a:cs typeface="Prompt Light"/>
                  <a:sym typeface="Prompt Light"/>
                </a:rPr>
                <a:t>INGENIERÍA </a:t>
              </a:r>
            </a:p>
          </p:txBody>
        </p:sp>
        <p:sp>
          <p:nvSpPr>
            <p:cNvPr id="57" name="TextBox 57">
              <a:extLst>
                <a:ext uri="{FF2B5EF4-FFF2-40B4-BE49-F238E27FC236}">
                  <a16:creationId xmlns:a16="http://schemas.microsoft.com/office/drawing/2014/main" id="{CD4C722E-ECD8-D4F7-9A70-30066B232B1E}"/>
                </a:ext>
              </a:extLst>
            </p:cNvPr>
            <p:cNvSpPr txBox="1"/>
            <p:nvPr/>
          </p:nvSpPr>
          <p:spPr>
            <a:xfrm>
              <a:off x="1837151" y="598407"/>
              <a:ext cx="747389" cy="7004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47"/>
                </a:lnSpc>
              </a:pPr>
              <a:r>
                <a:rPr lang="en-US" sz="3267" b="1" spc="71">
                  <a:solidFill>
                    <a:srgbClr val="12315F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DE</a:t>
              </a:r>
            </a:p>
          </p:txBody>
        </p:sp>
        <p:sp>
          <p:nvSpPr>
            <p:cNvPr id="58" name="TextBox 58">
              <a:extLst>
                <a:ext uri="{FF2B5EF4-FFF2-40B4-BE49-F238E27FC236}">
                  <a16:creationId xmlns:a16="http://schemas.microsoft.com/office/drawing/2014/main" id="{D90F075F-BCC6-BA5A-AED0-0AAEED53190B}"/>
                </a:ext>
              </a:extLst>
            </p:cNvPr>
            <p:cNvSpPr txBox="1"/>
            <p:nvPr/>
          </p:nvSpPr>
          <p:spPr>
            <a:xfrm>
              <a:off x="2666546" y="598407"/>
              <a:ext cx="2883518" cy="7004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47"/>
                </a:lnSpc>
              </a:pPr>
              <a:r>
                <a:rPr lang="en-US" sz="3267" b="1" spc="98">
                  <a:solidFill>
                    <a:srgbClr val="12315F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SISTEMAS</a:t>
              </a:r>
            </a:p>
          </p:txBody>
        </p:sp>
        <p:sp>
          <p:nvSpPr>
            <p:cNvPr id="59" name="TextBox 59">
              <a:extLst>
                <a:ext uri="{FF2B5EF4-FFF2-40B4-BE49-F238E27FC236}">
                  <a16:creationId xmlns:a16="http://schemas.microsoft.com/office/drawing/2014/main" id="{E80A940A-1A79-0C1D-0D91-0776DC9459CD}"/>
                </a:ext>
              </a:extLst>
            </p:cNvPr>
            <p:cNvSpPr txBox="1"/>
            <p:nvPr/>
          </p:nvSpPr>
          <p:spPr>
            <a:xfrm>
              <a:off x="0" y="1193657"/>
              <a:ext cx="1550157" cy="1632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82"/>
                </a:lnSpc>
              </a:pPr>
              <a:r>
                <a:rPr lang="en-US" sz="701">
                  <a:solidFill>
                    <a:srgbClr val="12315F"/>
                  </a:solidFill>
                  <a:latin typeface="Myriad Light"/>
                  <a:ea typeface="Myriad Light"/>
                  <a:cs typeface="Myriad Light"/>
                  <a:sym typeface="Myriad Light"/>
                </a:rPr>
                <a:t>UNIVERSIDAD PERUANA UNIÓN</a:t>
              </a:r>
            </a:p>
          </p:txBody>
        </p:sp>
      </p:grpSp>
      <p:sp>
        <p:nvSpPr>
          <p:cNvPr id="60" name="TextBox 60">
            <a:extLst>
              <a:ext uri="{FF2B5EF4-FFF2-40B4-BE49-F238E27FC236}">
                <a16:creationId xmlns:a16="http://schemas.microsoft.com/office/drawing/2014/main" id="{50109D6F-3059-5044-3078-77A3480E1DDC}"/>
              </a:ext>
            </a:extLst>
          </p:cNvPr>
          <p:cNvSpPr txBox="1"/>
          <p:nvPr/>
        </p:nvSpPr>
        <p:spPr>
          <a:xfrm>
            <a:off x="211033" y="9815512"/>
            <a:ext cx="5825841" cy="342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60"/>
              </a:lnSpc>
              <a:spcBef>
                <a:spcPct val="0"/>
              </a:spcBef>
            </a:pPr>
            <a:r>
              <a:rPr lang="en-US" sz="2300" u="none" strike="noStrike">
                <a:solidFill>
                  <a:srgbClr val="003865"/>
                </a:solidFill>
                <a:latin typeface="DM Sans"/>
                <a:ea typeface="DM Sans"/>
                <a:cs typeface="DM Sans"/>
                <a:sym typeface="DM Sans"/>
              </a:rPr>
              <a:t>XVII Jornada Científica - EP. Ing. Sistemas</a:t>
            </a:r>
          </a:p>
        </p:txBody>
      </p:sp>
      <p:pic>
        <p:nvPicPr>
          <p:cNvPr id="7" name="Picture 6" descr="A black screen with red arrow and text&#10;&#10;AI-generated content may be incorrect.">
            <a:extLst>
              <a:ext uri="{FF2B5EF4-FFF2-40B4-BE49-F238E27FC236}">
                <a16:creationId xmlns:a16="http://schemas.microsoft.com/office/drawing/2014/main" id="{9DCFEF54-94A4-94D6-2053-0C63EEC51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138" y="1065439"/>
            <a:ext cx="15124339" cy="7209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692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4EC7C8-BDBF-DF42-007A-55DE50026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9F9F82E-E9D7-C9F0-A983-0C7CB854EC8B}"/>
              </a:ext>
            </a:extLst>
          </p:cNvPr>
          <p:cNvGrpSpPr/>
          <p:nvPr/>
        </p:nvGrpSpPr>
        <p:grpSpPr>
          <a:xfrm rot="60000">
            <a:off x="9236421" y="-6213694"/>
            <a:ext cx="10694888" cy="10684506"/>
            <a:chOff x="0" y="0"/>
            <a:chExt cx="890190" cy="88932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02C41EA-6AE9-5679-3867-3F2CB9F583F4}"/>
                </a:ext>
              </a:extLst>
            </p:cNvPr>
            <p:cNvSpPr/>
            <p:nvPr/>
          </p:nvSpPr>
          <p:spPr>
            <a:xfrm>
              <a:off x="30005" y="29964"/>
              <a:ext cx="830180" cy="829398"/>
            </a:xfrm>
            <a:custGeom>
              <a:avLst/>
              <a:gdLst/>
              <a:ahLst/>
              <a:cxnLst/>
              <a:rect l="l" t="t" r="r" b="b"/>
              <a:pathLst>
                <a:path w="830180" h="829398">
                  <a:moveTo>
                    <a:pt x="466302" y="21198"/>
                  </a:moveTo>
                  <a:lnTo>
                    <a:pt x="808974" y="363537"/>
                  </a:lnTo>
                  <a:cubicBezTo>
                    <a:pt x="822551" y="377102"/>
                    <a:pt x="830180" y="395507"/>
                    <a:pt x="830180" y="414699"/>
                  </a:cubicBezTo>
                  <a:cubicBezTo>
                    <a:pt x="830180" y="433891"/>
                    <a:pt x="822551" y="452297"/>
                    <a:pt x="808974" y="465861"/>
                  </a:cubicBezTo>
                  <a:lnTo>
                    <a:pt x="466302" y="808200"/>
                  </a:lnTo>
                  <a:cubicBezTo>
                    <a:pt x="438010" y="836464"/>
                    <a:pt x="392170" y="836464"/>
                    <a:pt x="363879" y="808200"/>
                  </a:cubicBezTo>
                  <a:lnTo>
                    <a:pt x="21207" y="465861"/>
                  </a:lnTo>
                  <a:cubicBezTo>
                    <a:pt x="7629" y="452297"/>
                    <a:pt x="0" y="433891"/>
                    <a:pt x="0" y="414699"/>
                  </a:cubicBezTo>
                  <a:cubicBezTo>
                    <a:pt x="0" y="395507"/>
                    <a:pt x="7629" y="377102"/>
                    <a:pt x="21207" y="363537"/>
                  </a:cubicBezTo>
                  <a:lnTo>
                    <a:pt x="363879" y="21198"/>
                  </a:lnTo>
                  <a:cubicBezTo>
                    <a:pt x="392170" y="-7066"/>
                    <a:pt x="438010" y="-7066"/>
                    <a:pt x="466302" y="21198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82A2ED1D-9592-9558-67BA-36DA48E3541C}"/>
              </a:ext>
            </a:extLst>
          </p:cNvPr>
          <p:cNvGrpSpPr/>
          <p:nvPr/>
        </p:nvGrpSpPr>
        <p:grpSpPr>
          <a:xfrm>
            <a:off x="-7951486" y="-6859967"/>
            <a:ext cx="18788758" cy="9328392"/>
            <a:chOff x="0" y="0"/>
            <a:chExt cx="1557574" cy="773317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9C642DC-02C6-53CA-9C47-1AD4794458BB}"/>
                </a:ext>
              </a:extLst>
            </p:cNvPr>
            <p:cNvSpPr/>
            <p:nvPr/>
          </p:nvSpPr>
          <p:spPr>
            <a:xfrm>
              <a:off x="19862" y="0"/>
              <a:ext cx="1517850" cy="759391"/>
            </a:xfrm>
            <a:custGeom>
              <a:avLst/>
              <a:gdLst/>
              <a:ahLst/>
              <a:cxnLst/>
              <a:rect l="l" t="t" r="r" b="b"/>
              <a:pathLst>
                <a:path w="1517850" h="759391">
                  <a:moveTo>
                    <a:pt x="782901" y="749509"/>
                  </a:moveTo>
                  <a:lnTo>
                    <a:pt x="1513736" y="23807"/>
                  </a:lnTo>
                  <a:cubicBezTo>
                    <a:pt x="1517739" y="19832"/>
                    <a:pt x="1518948" y="13835"/>
                    <a:pt x="1516799" y="8619"/>
                  </a:cubicBezTo>
                  <a:cubicBezTo>
                    <a:pt x="1514649" y="3404"/>
                    <a:pt x="1509565" y="0"/>
                    <a:pt x="1503924" y="0"/>
                  </a:cubicBezTo>
                  <a:lnTo>
                    <a:pt x="13926" y="0"/>
                  </a:lnTo>
                  <a:cubicBezTo>
                    <a:pt x="8285" y="0"/>
                    <a:pt x="3201" y="3404"/>
                    <a:pt x="1051" y="8619"/>
                  </a:cubicBezTo>
                  <a:cubicBezTo>
                    <a:pt x="-1099" y="13835"/>
                    <a:pt x="111" y="19832"/>
                    <a:pt x="4114" y="23807"/>
                  </a:cubicBezTo>
                  <a:lnTo>
                    <a:pt x="734949" y="749509"/>
                  </a:lnTo>
                  <a:cubicBezTo>
                    <a:pt x="748218" y="762685"/>
                    <a:pt x="769632" y="762685"/>
                    <a:pt x="782901" y="749509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179D2B2A-EDED-3E59-C7BC-CBBF271F52ED}"/>
                </a:ext>
              </a:extLst>
            </p:cNvPr>
            <p:cNvSpPr txBox="1"/>
            <p:nvPr/>
          </p:nvSpPr>
          <p:spPr>
            <a:xfrm>
              <a:off x="243371" y="17137"/>
              <a:ext cx="1070832" cy="39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4" name="Group 34">
            <a:extLst>
              <a:ext uri="{FF2B5EF4-FFF2-40B4-BE49-F238E27FC236}">
                <a16:creationId xmlns:a16="http://schemas.microsoft.com/office/drawing/2014/main" id="{59BC933C-1DF4-67A2-3D8D-FD059017BBDC}"/>
              </a:ext>
            </a:extLst>
          </p:cNvPr>
          <p:cNvGrpSpPr/>
          <p:nvPr/>
        </p:nvGrpSpPr>
        <p:grpSpPr>
          <a:xfrm>
            <a:off x="15177259" y="582950"/>
            <a:ext cx="7454541" cy="7454541"/>
            <a:chOff x="0" y="0"/>
            <a:chExt cx="812800" cy="812800"/>
          </a:xfrm>
        </p:grpSpPr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EAFC76F5-76AB-FE0A-D97F-8D58D695A456}"/>
                </a:ext>
              </a:extLst>
            </p:cNvPr>
            <p:cNvSpPr/>
            <p:nvPr/>
          </p:nvSpPr>
          <p:spPr>
            <a:xfrm>
              <a:off x="28392" y="28392"/>
              <a:ext cx="756016" cy="756016"/>
            </a:xfrm>
            <a:custGeom>
              <a:avLst/>
              <a:gdLst/>
              <a:ahLst/>
              <a:cxnLst/>
              <a:rect l="l" t="t" r="r" b="b"/>
              <a:pathLst>
                <a:path w="756016" h="756016">
                  <a:moveTo>
                    <a:pt x="426476" y="20076"/>
                  </a:moveTo>
                  <a:lnTo>
                    <a:pt x="735940" y="329540"/>
                  </a:lnTo>
                  <a:cubicBezTo>
                    <a:pt x="762708" y="356308"/>
                    <a:pt x="762708" y="399708"/>
                    <a:pt x="735940" y="426476"/>
                  </a:cubicBezTo>
                  <a:lnTo>
                    <a:pt x="426476" y="735940"/>
                  </a:lnTo>
                  <a:cubicBezTo>
                    <a:pt x="399708" y="762708"/>
                    <a:pt x="356308" y="762708"/>
                    <a:pt x="329540" y="735940"/>
                  </a:cubicBezTo>
                  <a:lnTo>
                    <a:pt x="20076" y="426476"/>
                  </a:lnTo>
                  <a:cubicBezTo>
                    <a:pt x="-6692" y="399708"/>
                    <a:pt x="-6692" y="356308"/>
                    <a:pt x="20076" y="329540"/>
                  </a:cubicBezTo>
                  <a:lnTo>
                    <a:pt x="329540" y="20076"/>
                  </a:lnTo>
                  <a:cubicBezTo>
                    <a:pt x="356308" y="-6692"/>
                    <a:pt x="399708" y="-6692"/>
                    <a:pt x="426476" y="20076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  <p:sp>
          <p:nvSpPr>
            <p:cNvPr id="36" name="TextBox 36">
              <a:extLst>
                <a:ext uri="{FF2B5EF4-FFF2-40B4-BE49-F238E27FC236}">
                  <a16:creationId xmlns:a16="http://schemas.microsoft.com/office/drawing/2014/main" id="{05390700-0B6C-FE2B-3F31-CDFE950EC0BC}"/>
                </a:ext>
              </a:extLst>
            </p:cNvPr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37" name="Group 37">
            <a:extLst>
              <a:ext uri="{FF2B5EF4-FFF2-40B4-BE49-F238E27FC236}">
                <a16:creationId xmlns:a16="http://schemas.microsoft.com/office/drawing/2014/main" id="{D0D5AB6C-C0F6-ABD0-3BCB-7FDB7992E4F4}"/>
              </a:ext>
            </a:extLst>
          </p:cNvPr>
          <p:cNvGrpSpPr/>
          <p:nvPr/>
        </p:nvGrpSpPr>
        <p:grpSpPr>
          <a:xfrm rot="-2608573">
            <a:off x="17088347" y="7603043"/>
            <a:ext cx="1371544" cy="1371544"/>
            <a:chOff x="0" y="0"/>
            <a:chExt cx="361230" cy="361230"/>
          </a:xfrm>
        </p:grpSpPr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58BF6E9B-5F52-FD0F-33B5-E726E447793B}"/>
                </a:ext>
              </a:extLst>
            </p:cNvPr>
            <p:cNvSpPr/>
            <p:nvPr/>
          </p:nvSpPr>
          <p:spPr>
            <a:xfrm>
              <a:off x="0" y="0"/>
              <a:ext cx="361230" cy="361230"/>
            </a:xfrm>
            <a:custGeom>
              <a:avLst/>
              <a:gdLst/>
              <a:ahLst/>
              <a:cxnLst/>
              <a:rect l="l" t="t" r="r" b="b"/>
              <a:pathLst>
                <a:path w="361230" h="361230">
                  <a:moveTo>
                    <a:pt x="141117" y="0"/>
                  </a:moveTo>
                  <a:lnTo>
                    <a:pt x="220113" y="0"/>
                  </a:lnTo>
                  <a:cubicBezTo>
                    <a:pt x="298050" y="0"/>
                    <a:pt x="361230" y="63180"/>
                    <a:pt x="361230" y="141117"/>
                  </a:cubicBezTo>
                  <a:lnTo>
                    <a:pt x="361230" y="220113"/>
                  </a:lnTo>
                  <a:cubicBezTo>
                    <a:pt x="361230" y="298050"/>
                    <a:pt x="298050" y="361230"/>
                    <a:pt x="220113" y="361230"/>
                  </a:cubicBezTo>
                  <a:lnTo>
                    <a:pt x="141117" y="361230"/>
                  </a:lnTo>
                  <a:cubicBezTo>
                    <a:pt x="63180" y="361230"/>
                    <a:pt x="0" y="298050"/>
                    <a:pt x="0" y="220113"/>
                  </a:cubicBezTo>
                  <a:lnTo>
                    <a:pt x="0" y="141117"/>
                  </a:lnTo>
                  <a:cubicBezTo>
                    <a:pt x="0" y="63180"/>
                    <a:pt x="63180" y="0"/>
                    <a:pt x="141117" y="0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  <p:sp>
          <p:nvSpPr>
            <p:cNvPr id="39" name="TextBox 39">
              <a:extLst>
                <a:ext uri="{FF2B5EF4-FFF2-40B4-BE49-F238E27FC236}">
                  <a16:creationId xmlns:a16="http://schemas.microsoft.com/office/drawing/2014/main" id="{4CDACAC0-BDCE-CB0A-DAA9-A4A28F15843E}"/>
                </a:ext>
              </a:extLst>
            </p:cNvPr>
            <p:cNvSpPr txBox="1"/>
            <p:nvPr/>
          </p:nvSpPr>
          <p:spPr>
            <a:xfrm>
              <a:off x="0" y="-38100"/>
              <a:ext cx="361230" cy="399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0" name="TextBox 40">
            <a:extLst>
              <a:ext uri="{FF2B5EF4-FFF2-40B4-BE49-F238E27FC236}">
                <a16:creationId xmlns:a16="http://schemas.microsoft.com/office/drawing/2014/main" id="{286EEF77-713E-4132-6012-49FEEBC26D2F}"/>
              </a:ext>
            </a:extLst>
          </p:cNvPr>
          <p:cNvSpPr txBox="1"/>
          <p:nvPr/>
        </p:nvSpPr>
        <p:spPr>
          <a:xfrm>
            <a:off x="4055744" y="264288"/>
            <a:ext cx="8599715" cy="80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965"/>
              </a:lnSpc>
            </a:pPr>
            <a:r>
              <a:rPr lang="en-US" sz="6600" b="1" err="1">
                <a:solidFill>
                  <a:srgbClr val="003865"/>
                </a:solidFill>
                <a:ea typeface="+mn-lt"/>
                <a:cs typeface="+mn-lt"/>
                <a:sym typeface="DM Sans Bold"/>
              </a:rPr>
              <a:t>Validación</a:t>
            </a:r>
            <a:r>
              <a:rPr lang="en-US" sz="6600" b="1">
                <a:solidFill>
                  <a:srgbClr val="003865"/>
                </a:solidFill>
                <a:ea typeface="+mn-lt"/>
                <a:cs typeface="+mn-lt"/>
                <a:sym typeface="DM Sans Bold"/>
              </a:rPr>
              <a:t> </a:t>
            </a:r>
            <a:r>
              <a:rPr lang="en-US" sz="6600" b="1" err="1">
                <a:solidFill>
                  <a:srgbClr val="003865"/>
                </a:solidFill>
                <a:ea typeface="+mn-lt"/>
                <a:cs typeface="+mn-lt"/>
                <a:sym typeface="DM Sans Bold"/>
              </a:rPr>
              <a:t>estadística</a:t>
            </a:r>
            <a:r>
              <a:rPr lang="en-US" sz="6600" b="1">
                <a:solidFill>
                  <a:srgbClr val="003865"/>
                </a:solidFill>
                <a:ea typeface="+mn-lt"/>
                <a:cs typeface="+mn-lt"/>
                <a:sym typeface="DM Sans Bold"/>
              </a:rPr>
              <a:t> </a:t>
            </a:r>
            <a:endParaRPr lang="en-US" b="1">
              <a:ea typeface="+mn-lt"/>
              <a:cs typeface="+mn-lt"/>
            </a:endParaRPr>
          </a:p>
        </p:txBody>
      </p:sp>
      <p:grpSp>
        <p:nvGrpSpPr>
          <p:cNvPr id="41" name="Group 41">
            <a:extLst>
              <a:ext uri="{FF2B5EF4-FFF2-40B4-BE49-F238E27FC236}">
                <a16:creationId xmlns:a16="http://schemas.microsoft.com/office/drawing/2014/main" id="{3E6DD265-D6D7-A9E2-0CC2-8768E83A63CB}"/>
              </a:ext>
            </a:extLst>
          </p:cNvPr>
          <p:cNvGrpSpPr/>
          <p:nvPr/>
        </p:nvGrpSpPr>
        <p:grpSpPr>
          <a:xfrm>
            <a:off x="13679937" y="264617"/>
            <a:ext cx="4236691" cy="1017667"/>
            <a:chOff x="0" y="0"/>
            <a:chExt cx="5648921" cy="1356890"/>
          </a:xfrm>
        </p:grpSpPr>
        <p:sp>
          <p:nvSpPr>
            <p:cNvPr id="42" name="AutoShape 42">
              <a:extLst>
                <a:ext uri="{FF2B5EF4-FFF2-40B4-BE49-F238E27FC236}">
                  <a16:creationId xmlns:a16="http://schemas.microsoft.com/office/drawing/2014/main" id="{2BC35C87-20B5-7D87-F9A3-45AEC1C78217}"/>
                </a:ext>
              </a:extLst>
            </p:cNvPr>
            <p:cNvSpPr/>
            <p:nvPr/>
          </p:nvSpPr>
          <p:spPr>
            <a:xfrm flipV="1">
              <a:off x="1676475" y="63164"/>
              <a:ext cx="0" cy="1089969"/>
            </a:xfrm>
            <a:prstGeom prst="line">
              <a:avLst/>
            </a:prstGeom>
            <a:ln w="24169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43" name="Group 43">
              <a:extLst>
                <a:ext uri="{FF2B5EF4-FFF2-40B4-BE49-F238E27FC236}">
                  <a16:creationId xmlns:a16="http://schemas.microsoft.com/office/drawing/2014/main" id="{3ED6DA7F-0232-490B-FC8E-696749CF6823}"/>
                </a:ext>
              </a:extLst>
            </p:cNvPr>
            <p:cNvGrpSpPr/>
            <p:nvPr/>
          </p:nvGrpSpPr>
          <p:grpSpPr>
            <a:xfrm>
              <a:off x="351121" y="0"/>
              <a:ext cx="847915" cy="777489"/>
              <a:chOff x="0" y="0"/>
              <a:chExt cx="1791183" cy="1642402"/>
            </a:xfrm>
          </p:grpSpPr>
          <p:sp>
            <p:nvSpPr>
              <p:cNvPr id="44" name="Freeform 44">
                <a:extLst>
                  <a:ext uri="{FF2B5EF4-FFF2-40B4-BE49-F238E27FC236}">
                    <a16:creationId xmlns:a16="http://schemas.microsoft.com/office/drawing/2014/main" id="{0ECE92BC-E59E-7FD2-AF7A-CA946EECA2CE}"/>
                  </a:ext>
                </a:extLst>
              </p:cNvPr>
              <p:cNvSpPr/>
              <p:nvPr/>
            </p:nvSpPr>
            <p:spPr>
              <a:xfrm>
                <a:off x="286132" y="63429"/>
                <a:ext cx="1151836" cy="829127"/>
              </a:xfrm>
              <a:custGeom>
                <a:avLst/>
                <a:gdLst/>
                <a:ahLst/>
                <a:cxnLst/>
                <a:rect l="l" t="t" r="r" b="b"/>
                <a:pathLst>
                  <a:path w="1151836" h="829127">
                    <a:moveTo>
                      <a:pt x="0" y="829127"/>
                    </a:moveTo>
                    <a:cubicBezTo>
                      <a:pt x="762" y="780866"/>
                      <a:pt x="17653" y="742386"/>
                      <a:pt x="52197" y="720923"/>
                    </a:cubicBezTo>
                    <a:cubicBezTo>
                      <a:pt x="83185" y="701619"/>
                      <a:pt x="95885" y="675584"/>
                      <a:pt x="107442" y="645612"/>
                    </a:cubicBezTo>
                    <a:cubicBezTo>
                      <a:pt x="172339" y="476575"/>
                      <a:pt x="237364" y="307538"/>
                      <a:pt x="302134" y="138374"/>
                    </a:cubicBezTo>
                    <a:cubicBezTo>
                      <a:pt x="315342" y="103830"/>
                      <a:pt x="328804" y="69286"/>
                      <a:pt x="340615" y="34234"/>
                    </a:cubicBezTo>
                    <a:cubicBezTo>
                      <a:pt x="348108" y="11628"/>
                      <a:pt x="357379" y="-1072"/>
                      <a:pt x="385573" y="71"/>
                    </a:cubicBezTo>
                    <a:cubicBezTo>
                      <a:pt x="449200" y="2738"/>
                      <a:pt x="512954" y="960"/>
                      <a:pt x="580138" y="960"/>
                    </a:cubicBezTo>
                    <a:cubicBezTo>
                      <a:pt x="531369" y="197937"/>
                      <a:pt x="482982" y="392628"/>
                      <a:pt x="433579" y="592145"/>
                    </a:cubicBezTo>
                    <a:cubicBezTo>
                      <a:pt x="540894" y="567634"/>
                      <a:pt x="642876" y="544520"/>
                      <a:pt x="744476" y="520136"/>
                    </a:cubicBezTo>
                    <a:cubicBezTo>
                      <a:pt x="750064" y="518866"/>
                      <a:pt x="757430" y="504134"/>
                      <a:pt x="755779" y="497530"/>
                    </a:cubicBezTo>
                    <a:cubicBezTo>
                      <a:pt x="718949" y="346146"/>
                      <a:pt x="681103" y="195016"/>
                      <a:pt x="643511" y="43759"/>
                    </a:cubicBezTo>
                    <a:cubicBezTo>
                      <a:pt x="640209" y="30551"/>
                      <a:pt x="638050" y="17216"/>
                      <a:pt x="634748" y="960"/>
                    </a:cubicBezTo>
                    <a:cubicBezTo>
                      <a:pt x="706249" y="960"/>
                      <a:pt x="776734" y="452"/>
                      <a:pt x="847219" y="1849"/>
                    </a:cubicBezTo>
                    <a:cubicBezTo>
                      <a:pt x="854077" y="1976"/>
                      <a:pt x="863856" y="13279"/>
                      <a:pt x="867031" y="21407"/>
                    </a:cubicBezTo>
                    <a:cubicBezTo>
                      <a:pt x="919101" y="154630"/>
                      <a:pt x="970410" y="287980"/>
                      <a:pt x="1022988" y="424251"/>
                    </a:cubicBezTo>
                    <a:cubicBezTo>
                      <a:pt x="1073407" y="399613"/>
                      <a:pt x="1113412" y="365069"/>
                      <a:pt x="1141098" y="313253"/>
                    </a:cubicBezTo>
                    <a:cubicBezTo>
                      <a:pt x="1161545" y="359735"/>
                      <a:pt x="1151258" y="410154"/>
                      <a:pt x="1123191" y="442793"/>
                    </a:cubicBezTo>
                    <a:cubicBezTo>
                      <a:pt x="1068200" y="506674"/>
                      <a:pt x="991746" y="531312"/>
                      <a:pt x="916053" y="552521"/>
                    </a:cubicBezTo>
                    <a:cubicBezTo>
                      <a:pt x="769876" y="593415"/>
                      <a:pt x="622048" y="628594"/>
                      <a:pt x="474473" y="664662"/>
                    </a:cubicBezTo>
                    <a:cubicBezTo>
                      <a:pt x="338329" y="697936"/>
                      <a:pt x="200152" y="724352"/>
                      <a:pt x="72136" y="784804"/>
                    </a:cubicBezTo>
                    <a:cubicBezTo>
                      <a:pt x="48641" y="795979"/>
                      <a:pt x="27559" y="811982"/>
                      <a:pt x="127" y="828999"/>
                    </a:cubicBezTo>
                  </a:path>
                </a:pathLst>
              </a:custGeom>
              <a:solidFill>
                <a:srgbClr val="003865"/>
              </a:solidFill>
            </p:spPr>
          </p:sp>
          <p:sp>
            <p:nvSpPr>
              <p:cNvPr id="45" name="Freeform 45">
                <a:extLst>
                  <a:ext uri="{FF2B5EF4-FFF2-40B4-BE49-F238E27FC236}">
                    <a16:creationId xmlns:a16="http://schemas.microsoft.com/office/drawing/2014/main" id="{D28F36B4-0D22-CD09-6BD6-17AC93D11D9B}"/>
                  </a:ext>
                </a:extLst>
              </p:cNvPr>
              <p:cNvSpPr/>
              <p:nvPr/>
            </p:nvSpPr>
            <p:spPr>
              <a:xfrm>
                <a:off x="1160529" y="921131"/>
                <a:ext cx="567311" cy="657733"/>
              </a:xfrm>
              <a:custGeom>
                <a:avLst/>
                <a:gdLst/>
                <a:ahLst/>
                <a:cxnLst/>
                <a:rect l="l" t="t" r="r" b="b"/>
                <a:pathLst>
                  <a:path w="567311" h="657733">
                    <a:moveTo>
                      <a:pt x="567184" y="657732"/>
                    </a:moveTo>
                    <a:cubicBezTo>
                      <a:pt x="523369" y="650112"/>
                      <a:pt x="483363" y="642492"/>
                      <a:pt x="442977" y="636142"/>
                    </a:cubicBezTo>
                    <a:cubicBezTo>
                      <a:pt x="380239" y="626363"/>
                      <a:pt x="317374" y="616965"/>
                      <a:pt x="254382" y="608456"/>
                    </a:cubicBezTo>
                    <a:cubicBezTo>
                      <a:pt x="216409" y="603376"/>
                      <a:pt x="177928" y="602106"/>
                      <a:pt x="140463" y="594994"/>
                    </a:cubicBezTo>
                    <a:cubicBezTo>
                      <a:pt x="129922" y="592962"/>
                      <a:pt x="116714" y="577976"/>
                      <a:pt x="113793" y="566546"/>
                    </a:cubicBezTo>
                    <a:cubicBezTo>
                      <a:pt x="90171" y="476122"/>
                      <a:pt x="68961" y="385063"/>
                      <a:pt x="46482" y="294258"/>
                    </a:cubicBezTo>
                    <a:cubicBezTo>
                      <a:pt x="31369" y="232917"/>
                      <a:pt x="15367" y="171703"/>
                      <a:pt x="0" y="111505"/>
                    </a:cubicBezTo>
                    <a:cubicBezTo>
                      <a:pt x="103505" y="74802"/>
                      <a:pt x="206884" y="38227"/>
                      <a:pt x="314707" y="0"/>
                    </a:cubicBezTo>
                    <a:cubicBezTo>
                      <a:pt x="396368" y="212724"/>
                      <a:pt x="481078" y="433196"/>
                      <a:pt x="567311" y="657732"/>
                    </a:cubicBezTo>
                  </a:path>
                </a:pathLst>
              </a:custGeom>
              <a:solidFill>
                <a:srgbClr val="003865"/>
              </a:solidFill>
            </p:spPr>
          </p:sp>
          <p:sp>
            <p:nvSpPr>
              <p:cNvPr id="46" name="Freeform 46">
                <a:extLst>
                  <a:ext uri="{FF2B5EF4-FFF2-40B4-BE49-F238E27FC236}">
                    <a16:creationId xmlns:a16="http://schemas.microsoft.com/office/drawing/2014/main" id="{FB3397FD-90A8-BBF3-39AC-498591183243}"/>
                  </a:ext>
                </a:extLst>
              </p:cNvPr>
              <p:cNvSpPr/>
              <p:nvPr/>
            </p:nvSpPr>
            <p:spPr>
              <a:xfrm>
                <a:off x="113698" y="602615"/>
                <a:ext cx="1465957" cy="768223"/>
              </a:xfrm>
              <a:custGeom>
                <a:avLst/>
                <a:gdLst/>
                <a:ahLst/>
                <a:cxnLst/>
                <a:rect l="l" t="t" r="r" b="b"/>
                <a:pathLst>
                  <a:path w="1465957" h="768223">
                    <a:moveTo>
                      <a:pt x="856" y="768222"/>
                    </a:moveTo>
                    <a:cubicBezTo>
                      <a:pt x="856" y="749934"/>
                      <a:pt x="-1303" y="731392"/>
                      <a:pt x="1237" y="713485"/>
                    </a:cubicBezTo>
                    <a:cubicBezTo>
                      <a:pt x="14699" y="617600"/>
                      <a:pt x="77438" y="556132"/>
                      <a:pt x="154400" y="508761"/>
                    </a:cubicBezTo>
                    <a:cubicBezTo>
                      <a:pt x="269716" y="437768"/>
                      <a:pt x="400145" y="406653"/>
                      <a:pt x="530321" y="376173"/>
                    </a:cubicBezTo>
                    <a:cubicBezTo>
                      <a:pt x="636493" y="351282"/>
                      <a:pt x="742665" y="326136"/>
                      <a:pt x="848203" y="298323"/>
                    </a:cubicBezTo>
                    <a:cubicBezTo>
                      <a:pt x="971520" y="265684"/>
                      <a:pt x="1095472" y="234569"/>
                      <a:pt x="1216250" y="194056"/>
                    </a:cubicBezTo>
                    <a:cubicBezTo>
                      <a:pt x="1314548" y="161036"/>
                      <a:pt x="1404972" y="110744"/>
                      <a:pt x="1451581" y="0"/>
                    </a:cubicBezTo>
                    <a:cubicBezTo>
                      <a:pt x="1470378" y="44450"/>
                      <a:pt x="1468092" y="83058"/>
                      <a:pt x="1459709" y="121412"/>
                    </a:cubicBezTo>
                    <a:cubicBezTo>
                      <a:pt x="1440405" y="210058"/>
                      <a:pt x="1374492" y="258699"/>
                      <a:pt x="1297022" y="285115"/>
                    </a:cubicBezTo>
                    <a:cubicBezTo>
                      <a:pt x="1146908" y="336296"/>
                      <a:pt x="994380" y="380364"/>
                      <a:pt x="841980" y="424052"/>
                    </a:cubicBezTo>
                    <a:cubicBezTo>
                      <a:pt x="661385" y="475741"/>
                      <a:pt x="479394" y="522604"/>
                      <a:pt x="298799" y="574166"/>
                    </a:cubicBezTo>
                    <a:cubicBezTo>
                      <a:pt x="213455" y="598550"/>
                      <a:pt x="136239" y="641349"/>
                      <a:pt x="68929" y="699642"/>
                    </a:cubicBezTo>
                    <a:cubicBezTo>
                      <a:pt x="46322" y="719327"/>
                      <a:pt x="28796" y="744854"/>
                      <a:pt x="8857" y="767714"/>
                    </a:cubicBezTo>
                    <a:cubicBezTo>
                      <a:pt x="6190" y="767841"/>
                      <a:pt x="3523" y="767968"/>
                      <a:pt x="856" y="768095"/>
                    </a:cubicBezTo>
                  </a:path>
                </a:pathLst>
              </a:custGeom>
              <a:solidFill>
                <a:srgbClr val="003865"/>
              </a:solidFill>
            </p:spPr>
          </p:sp>
          <p:sp>
            <p:nvSpPr>
              <p:cNvPr id="47" name="Freeform 47">
                <a:extLst>
                  <a:ext uri="{FF2B5EF4-FFF2-40B4-BE49-F238E27FC236}">
                    <a16:creationId xmlns:a16="http://schemas.microsoft.com/office/drawing/2014/main" id="{A356A347-57E3-26F0-AB7C-14468CC8F767}"/>
                  </a:ext>
                </a:extLst>
              </p:cNvPr>
              <p:cNvSpPr/>
              <p:nvPr/>
            </p:nvSpPr>
            <p:spPr>
              <a:xfrm>
                <a:off x="191335" y="477393"/>
                <a:ext cx="1319675" cy="635127"/>
              </a:xfrm>
              <a:custGeom>
                <a:avLst/>
                <a:gdLst/>
                <a:ahLst/>
                <a:cxnLst/>
                <a:rect l="l" t="t" r="r" b="b"/>
                <a:pathLst>
                  <a:path w="1319675" h="635127">
                    <a:moveTo>
                      <a:pt x="11866" y="634999"/>
                    </a:moveTo>
                    <a:cubicBezTo>
                      <a:pt x="-8581" y="601852"/>
                      <a:pt x="-1342" y="556640"/>
                      <a:pt x="23931" y="521334"/>
                    </a:cubicBezTo>
                    <a:cubicBezTo>
                      <a:pt x="67365" y="460374"/>
                      <a:pt x="130611" y="427735"/>
                      <a:pt x="197921" y="407669"/>
                    </a:cubicBezTo>
                    <a:cubicBezTo>
                      <a:pt x="326445" y="369188"/>
                      <a:pt x="457002" y="337311"/>
                      <a:pt x="587177" y="304673"/>
                    </a:cubicBezTo>
                    <a:cubicBezTo>
                      <a:pt x="766502" y="259715"/>
                      <a:pt x="949763" y="228981"/>
                      <a:pt x="1122611" y="160274"/>
                    </a:cubicBezTo>
                    <a:cubicBezTo>
                      <a:pt x="1195763" y="131191"/>
                      <a:pt x="1259136" y="87376"/>
                      <a:pt x="1296474" y="14224"/>
                    </a:cubicBezTo>
                    <a:cubicBezTo>
                      <a:pt x="1298887" y="9398"/>
                      <a:pt x="1302697" y="5207"/>
                      <a:pt x="1306380" y="0"/>
                    </a:cubicBezTo>
                    <a:cubicBezTo>
                      <a:pt x="1335590" y="52578"/>
                      <a:pt x="1313238" y="132207"/>
                      <a:pt x="1272598" y="177165"/>
                    </a:cubicBezTo>
                    <a:cubicBezTo>
                      <a:pt x="1215321" y="240284"/>
                      <a:pt x="1139883" y="270510"/>
                      <a:pt x="1061270" y="292100"/>
                    </a:cubicBezTo>
                    <a:cubicBezTo>
                      <a:pt x="914838" y="332359"/>
                      <a:pt x="767264" y="368426"/>
                      <a:pt x="620197" y="406526"/>
                    </a:cubicBezTo>
                    <a:cubicBezTo>
                      <a:pt x="491165" y="440054"/>
                      <a:pt x="361498" y="471550"/>
                      <a:pt x="233481" y="508507"/>
                    </a:cubicBezTo>
                    <a:cubicBezTo>
                      <a:pt x="150423" y="532383"/>
                      <a:pt x="72572" y="569340"/>
                      <a:pt x="11993" y="635126"/>
                    </a:cubicBezTo>
                  </a:path>
                </a:pathLst>
              </a:custGeom>
              <a:solidFill>
                <a:srgbClr val="003865"/>
              </a:solidFill>
            </p:spPr>
          </p:sp>
          <p:sp>
            <p:nvSpPr>
              <p:cNvPr id="48" name="Freeform 48">
                <a:extLst>
                  <a:ext uri="{FF2B5EF4-FFF2-40B4-BE49-F238E27FC236}">
                    <a16:creationId xmlns:a16="http://schemas.microsoft.com/office/drawing/2014/main" id="{EBF52A83-55B9-E5A0-E7D9-9714A3AD74A0}"/>
                  </a:ext>
                </a:extLst>
              </p:cNvPr>
              <p:cNvSpPr/>
              <p:nvPr/>
            </p:nvSpPr>
            <p:spPr>
              <a:xfrm>
                <a:off x="63373" y="1179321"/>
                <a:ext cx="524258" cy="398907"/>
              </a:xfrm>
              <a:custGeom>
                <a:avLst/>
                <a:gdLst/>
                <a:ahLst/>
                <a:cxnLst/>
                <a:rect l="l" t="t" r="r" b="b"/>
                <a:pathLst>
                  <a:path w="524258" h="398907">
                    <a:moveTo>
                      <a:pt x="127" y="398907"/>
                    </a:moveTo>
                    <a:cubicBezTo>
                      <a:pt x="26543" y="274320"/>
                      <a:pt x="88646" y="178943"/>
                      <a:pt x="201296" y="117094"/>
                    </a:cubicBezTo>
                    <a:cubicBezTo>
                      <a:pt x="301499" y="62103"/>
                      <a:pt x="409703" y="33274"/>
                      <a:pt x="524258" y="0"/>
                    </a:cubicBezTo>
                    <a:cubicBezTo>
                      <a:pt x="516257" y="35687"/>
                      <a:pt x="510161" y="65786"/>
                      <a:pt x="502795" y="95504"/>
                    </a:cubicBezTo>
                    <a:cubicBezTo>
                      <a:pt x="485523" y="165354"/>
                      <a:pt x="467108" y="235077"/>
                      <a:pt x="450343" y="305054"/>
                    </a:cubicBezTo>
                    <a:cubicBezTo>
                      <a:pt x="444755" y="328549"/>
                      <a:pt x="433198" y="336550"/>
                      <a:pt x="408179" y="339090"/>
                    </a:cubicBezTo>
                    <a:cubicBezTo>
                      <a:pt x="324486" y="347472"/>
                      <a:pt x="240920" y="359029"/>
                      <a:pt x="157735" y="371094"/>
                    </a:cubicBezTo>
                    <a:cubicBezTo>
                      <a:pt x="104775" y="378714"/>
                      <a:pt x="52324" y="389636"/>
                      <a:pt x="0" y="398907"/>
                    </a:cubicBezTo>
                  </a:path>
                </a:pathLst>
              </a:custGeom>
              <a:solidFill>
                <a:srgbClr val="003865"/>
              </a:solidFill>
            </p:spPr>
          </p:sp>
        </p:grpSp>
        <p:grpSp>
          <p:nvGrpSpPr>
            <p:cNvPr id="49" name="Group 49">
              <a:extLst>
                <a:ext uri="{FF2B5EF4-FFF2-40B4-BE49-F238E27FC236}">
                  <a16:creationId xmlns:a16="http://schemas.microsoft.com/office/drawing/2014/main" id="{212E5999-1AB3-3F06-5D85-FCDBE1B05EEF}"/>
                </a:ext>
              </a:extLst>
            </p:cNvPr>
            <p:cNvGrpSpPr/>
            <p:nvPr/>
          </p:nvGrpSpPr>
          <p:grpSpPr>
            <a:xfrm>
              <a:off x="113085" y="794655"/>
              <a:ext cx="305916" cy="342156"/>
              <a:chOff x="0" y="0"/>
              <a:chExt cx="1131697" cy="1265758"/>
            </a:xfrm>
          </p:grpSpPr>
          <p:sp>
            <p:nvSpPr>
              <p:cNvPr id="50" name="Freeform 50">
                <a:extLst>
                  <a:ext uri="{FF2B5EF4-FFF2-40B4-BE49-F238E27FC236}">
                    <a16:creationId xmlns:a16="http://schemas.microsoft.com/office/drawing/2014/main" id="{F812AFC7-0A4D-E66B-2447-F3E2A94D08DB}"/>
                  </a:ext>
                </a:extLst>
              </p:cNvPr>
              <p:cNvSpPr/>
              <p:nvPr/>
            </p:nvSpPr>
            <p:spPr>
              <a:xfrm>
                <a:off x="0" y="0"/>
                <a:ext cx="1131697" cy="1265809"/>
              </a:xfrm>
              <a:custGeom>
                <a:avLst/>
                <a:gdLst/>
                <a:ahLst/>
                <a:cxnLst/>
                <a:rect l="l" t="t" r="r" b="b"/>
                <a:pathLst>
                  <a:path w="1131697" h="1265809">
                    <a:moveTo>
                      <a:pt x="1131697" y="0"/>
                    </a:moveTo>
                    <a:lnTo>
                      <a:pt x="1131697" y="703072"/>
                    </a:lnTo>
                    <a:cubicBezTo>
                      <a:pt x="1131697" y="1109980"/>
                      <a:pt x="913511" y="1265809"/>
                      <a:pt x="565785" y="1265809"/>
                    </a:cubicBezTo>
                    <a:cubicBezTo>
                      <a:pt x="218059" y="1265809"/>
                      <a:pt x="0" y="1109853"/>
                      <a:pt x="0" y="703072"/>
                    </a:cubicBezTo>
                    <a:lnTo>
                      <a:pt x="0" y="0"/>
                    </a:lnTo>
                    <a:lnTo>
                      <a:pt x="311785" y="0"/>
                    </a:lnTo>
                    <a:lnTo>
                      <a:pt x="311785" y="625094"/>
                    </a:lnTo>
                    <a:cubicBezTo>
                      <a:pt x="311785" y="891667"/>
                      <a:pt x="411607" y="993013"/>
                      <a:pt x="565912" y="993013"/>
                    </a:cubicBezTo>
                    <a:cubicBezTo>
                      <a:pt x="720217" y="993013"/>
                      <a:pt x="820039" y="891667"/>
                      <a:pt x="820039" y="625094"/>
                    </a:cubicBezTo>
                    <a:lnTo>
                      <a:pt x="820039" y="0"/>
                    </a:lnTo>
                    <a:close/>
                  </a:path>
                </a:pathLst>
              </a:custGeom>
              <a:solidFill>
                <a:srgbClr val="003865"/>
              </a:solidFill>
            </p:spPr>
          </p:sp>
        </p:grpSp>
        <p:grpSp>
          <p:nvGrpSpPr>
            <p:cNvPr id="51" name="Group 51">
              <a:extLst>
                <a:ext uri="{FF2B5EF4-FFF2-40B4-BE49-F238E27FC236}">
                  <a16:creationId xmlns:a16="http://schemas.microsoft.com/office/drawing/2014/main" id="{F04BEBB5-DD95-CBED-7365-EE45C72767EE}"/>
                </a:ext>
              </a:extLst>
            </p:cNvPr>
            <p:cNvGrpSpPr/>
            <p:nvPr/>
          </p:nvGrpSpPr>
          <p:grpSpPr>
            <a:xfrm>
              <a:off x="465058" y="777489"/>
              <a:ext cx="641120" cy="375643"/>
              <a:chOff x="0" y="0"/>
              <a:chExt cx="2371738" cy="1389647"/>
            </a:xfrm>
          </p:grpSpPr>
          <p:sp>
            <p:nvSpPr>
              <p:cNvPr id="52" name="Freeform 52">
                <a:extLst>
                  <a:ext uri="{FF2B5EF4-FFF2-40B4-BE49-F238E27FC236}">
                    <a16:creationId xmlns:a16="http://schemas.microsoft.com/office/drawing/2014/main" id="{EDCD37B4-E2F7-B99F-6942-2A6A2DEEEDC2}"/>
                  </a:ext>
                </a:extLst>
              </p:cNvPr>
              <p:cNvSpPr/>
              <p:nvPr/>
            </p:nvSpPr>
            <p:spPr>
              <a:xfrm>
                <a:off x="63500" y="63500"/>
                <a:ext cx="1130175" cy="1247142"/>
              </a:xfrm>
              <a:custGeom>
                <a:avLst/>
                <a:gdLst/>
                <a:ahLst/>
                <a:cxnLst/>
                <a:rect l="l" t="t" r="r" b="b"/>
                <a:pathLst>
                  <a:path w="1130175" h="1247142">
                    <a:moveTo>
                      <a:pt x="815215" y="453645"/>
                    </a:moveTo>
                    <a:cubicBezTo>
                      <a:pt x="815215" y="349251"/>
                      <a:pt x="748159" y="280671"/>
                      <a:pt x="578232" y="280671"/>
                    </a:cubicBezTo>
                    <a:lnTo>
                      <a:pt x="311786" y="280671"/>
                    </a:lnTo>
                    <a:lnTo>
                      <a:pt x="311786" y="612649"/>
                    </a:lnTo>
                    <a:lnTo>
                      <a:pt x="578359" y="612649"/>
                    </a:lnTo>
                    <a:cubicBezTo>
                      <a:pt x="748286" y="612649"/>
                      <a:pt x="815342" y="545593"/>
                      <a:pt x="815342" y="453645"/>
                    </a:cubicBezTo>
                    <a:moveTo>
                      <a:pt x="1130176" y="452121"/>
                    </a:moveTo>
                    <a:cubicBezTo>
                      <a:pt x="1130176" y="798197"/>
                      <a:pt x="849632" y="893320"/>
                      <a:pt x="562738" y="893320"/>
                    </a:cubicBezTo>
                    <a:lnTo>
                      <a:pt x="311786" y="893320"/>
                    </a:lnTo>
                    <a:lnTo>
                      <a:pt x="311786" y="1247142"/>
                    </a:lnTo>
                    <a:lnTo>
                      <a:pt x="0" y="1247142"/>
                    </a:lnTo>
                    <a:lnTo>
                      <a:pt x="0" y="0"/>
                    </a:lnTo>
                    <a:lnTo>
                      <a:pt x="547117" y="0"/>
                    </a:lnTo>
                    <a:cubicBezTo>
                      <a:pt x="818390" y="0"/>
                      <a:pt x="1130049" y="81026"/>
                      <a:pt x="1130049" y="452121"/>
                    </a:cubicBezTo>
                  </a:path>
                </a:pathLst>
              </a:custGeom>
              <a:solidFill>
                <a:srgbClr val="003865"/>
              </a:solidFill>
            </p:spPr>
          </p:sp>
          <p:sp>
            <p:nvSpPr>
              <p:cNvPr id="53" name="Freeform 53">
                <a:extLst>
                  <a:ext uri="{FF2B5EF4-FFF2-40B4-BE49-F238E27FC236}">
                    <a16:creationId xmlns:a16="http://schemas.microsoft.com/office/drawing/2014/main" id="{1E839C13-D259-EA1B-278B-72883EA8EA2C}"/>
                  </a:ext>
                </a:extLst>
              </p:cNvPr>
              <p:cNvSpPr/>
              <p:nvPr/>
            </p:nvSpPr>
            <p:spPr>
              <a:xfrm>
                <a:off x="1304293" y="453264"/>
                <a:ext cx="1003810" cy="872872"/>
              </a:xfrm>
              <a:custGeom>
                <a:avLst/>
                <a:gdLst/>
                <a:ahLst/>
                <a:cxnLst/>
                <a:rect l="l" t="t" r="r" b="b"/>
                <a:pathLst>
                  <a:path w="1003810" h="872872">
                    <a:moveTo>
                      <a:pt x="313436" y="374015"/>
                    </a:moveTo>
                    <a:lnTo>
                      <a:pt x="701549" y="374015"/>
                    </a:lnTo>
                    <a:cubicBezTo>
                      <a:pt x="685928" y="271145"/>
                      <a:pt x="625222" y="225933"/>
                      <a:pt x="495809" y="225933"/>
                    </a:cubicBezTo>
                    <a:cubicBezTo>
                      <a:pt x="391414" y="228981"/>
                      <a:pt x="329057" y="277368"/>
                      <a:pt x="313436" y="374015"/>
                    </a:cubicBezTo>
                    <a:moveTo>
                      <a:pt x="575311" y="665608"/>
                    </a:moveTo>
                    <a:cubicBezTo>
                      <a:pt x="715646" y="665608"/>
                      <a:pt x="851282" y="625095"/>
                      <a:pt x="969647" y="582931"/>
                    </a:cubicBezTo>
                    <a:lnTo>
                      <a:pt x="969647" y="805816"/>
                    </a:lnTo>
                    <a:cubicBezTo>
                      <a:pt x="891669" y="847853"/>
                      <a:pt x="737363" y="872872"/>
                      <a:pt x="573660" y="872872"/>
                    </a:cubicBezTo>
                    <a:cubicBezTo>
                      <a:pt x="196469" y="872872"/>
                      <a:pt x="0" y="718567"/>
                      <a:pt x="0" y="445771"/>
                    </a:cubicBezTo>
                    <a:cubicBezTo>
                      <a:pt x="0" y="171450"/>
                      <a:pt x="194818" y="0"/>
                      <a:pt x="495682" y="0"/>
                    </a:cubicBezTo>
                    <a:cubicBezTo>
                      <a:pt x="835535" y="0"/>
                      <a:pt x="1003810" y="197993"/>
                      <a:pt x="1003810" y="506604"/>
                    </a:cubicBezTo>
                    <a:lnTo>
                      <a:pt x="319659" y="506604"/>
                    </a:lnTo>
                    <a:cubicBezTo>
                      <a:pt x="344552" y="595504"/>
                      <a:pt x="414783" y="665608"/>
                      <a:pt x="575311" y="665608"/>
                    </a:cubicBezTo>
                  </a:path>
                </a:pathLst>
              </a:custGeom>
              <a:solidFill>
                <a:srgbClr val="003865"/>
              </a:solidFill>
            </p:spPr>
          </p:sp>
        </p:grpSp>
        <p:grpSp>
          <p:nvGrpSpPr>
            <p:cNvPr id="54" name="Group 54">
              <a:extLst>
                <a:ext uri="{FF2B5EF4-FFF2-40B4-BE49-F238E27FC236}">
                  <a16:creationId xmlns:a16="http://schemas.microsoft.com/office/drawing/2014/main" id="{08483FF9-561D-FA87-B5B0-DA4FDCC6379F}"/>
                </a:ext>
              </a:extLst>
            </p:cNvPr>
            <p:cNvGrpSpPr/>
            <p:nvPr/>
          </p:nvGrpSpPr>
          <p:grpSpPr>
            <a:xfrm>
              <a:off x="1131156" y="794655"/>
              <a:ext cx="305916" cy="342156"/>
              <a:chOff x="0" y="0"/>
              <a:chExt cx="1131697" cy="1265758"/>
            </a:xfrm>
          </p:grpSpPr>
          <p:sp>
            <p:nvSpPr>
              <p:cNvPr id="55" name="Freeform 55">
                <a:extLst>
                  <a:ext uri="{FF2B5EF4-FFF2-40B4-BE49-F238E27FC236}">
                    <a16:creationId xmlns:a16="http://schemas.microsoft.com/office/drawing/2014/main" id="{7EFEF276-328D-B9B7-E929-F611DE57A24C}"/>
                  </a:ext>
                </a:extLst>
              </p:cNvPr>
              <p:cNvSpPr/>
              <p:nvPr/>
            </p:nvSpPr>
            <p:spPr>
              <a:xfrm>
                <a:off x="0" y="0"/>
                <a:ext cx="1131697" cy="1265809"/>
              </a:xfrm>
              <a:custGeom>
                <a:avLst/>
                <a:gdLst/>
                <a:ahLst/>
                <a:cxnLst/>
                <a:rect l="l" t="t" r="r" b="b"/>
                <a:pathLst>
                  <a:path w="1131697" h="1265809">
                    <a:moveTo>
                      <a:pt x="1131697" y="0"/>
                    </a:moveTo>
                    <a:lnTo>
                      <a:pt x="1131697" y="703072"/>
                    </a:lnTo>
                    <a:cubicBezTo>
                      <a:pt x="1131697" y="1109980"/>
                      <a:pt x="913511" y="1265809"/>
                      <a:pt x="565785" y="1265809"/>
                    </a:cubicBezTo>
                    <a:cubicBezTo>
                      <a:pt x="218059" y="1265809"/>
                      <a:pt x="0" y="1109853"/>
                      <a:pt x="0" y="703072"/>
                    </a:cubicBezTo>
                    <a:lnTo>
                      <a:pt x="0" y="0"/>
                    </a:lnTo>
                    <a:lnTo>
                      <a:pt x="311785" y="0"/>
                    </a:lnTo>
                    <a:lnTo>
                      <a:pt x="311785" y="625094"/>
                    </a:lnTo>
                    <a:cubicBezTo>
                      <a:pt x="311785" y="891667"/>
                      <a:pt x="411607" y="993013"/>
                      <a:pt x="565912" y="993013"/>
                    </a:cubicBezTo>
                    <a:cubicBezTo>
                      <a:pt x="720217" y="993013"/>
                      <a:pt x="820039" y="891667"/>
                      <a:pt x="820039" y="625094"/>
                    </a:cubicBezTo>
                    <a:lnTo>
                      <a:pt x="820039" y="0"/>
                    </a:lnTo>
                    <a:close/>
                  </a:path>
                </a:pathLst>
              </a:custGeom>
              <a:solidFill>
                <a:srgbClr val="003865"/>
              </a:solidFill>
            </p:spPr>
          </p:sp>
        </p:grpSp>
        <p:sp>
          <p:nvSpPr>
            <p:cNvPr id="56" name="TextBox 56">
              <a:extLst>
                <a:ext uri="{FF2B5EF4-FFF2-40B4-BE49-F238E27FC236}">
                  <a16:creationId xmlns:a16="http://schemas.microsoft.com/office/drawing/2014/main" id="{8D6786AF-E099-6CF9-3E1E-DE56158E789D}"/>
                </a:ext>
              </a:extLst>
            </p:cNvPr>
            <p:cNvSpPr txBox="1"/>
            <p:nvPr/>
          </p:nvSpPr>
          <p:spPr>
            <a:xfrm>
              <a:off x="1837151" y="34589"/>
              <a:ext cx="3811770" cy="7256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17"/>
                </a:lnSpc>
              </a:pPr>
              <a:r>
                <a:rPr lang="en-US" sz="3486" spc="282">
                  <a:solidFill>
                    <a:srgbClr val="12315F"/>
                  </a:solidFill>
                  <a:latin typeface="Prompt Light"/>
                  <a:ea typeface="Prompt Light"/>
                  <a:cs typeface="Prompt Light"/>
                  <a:sym typeface="Prompt Light"/>
                </a:rPr>
                <a:t>INGENIERÍA </a:t>
              </a:r>
            </a:p>
          </p:txBody>
        </p:sp>
        <p:sp>
          <p:nvSpPr>
            <p:cNvPr id="57" name="TextBox 57">
              <a:extLst>
                <a:ext uri="{FF2B5EF4-FFF2-40B4-BE49-F238E27FC236}">
                  <a16:creationId xmlns:a16="http://schemas.microsoft.com/office/drawing/2014/main" id="{49D312B8-84C5-2AE4-A109-B21A18E92876}"/>
                </a:ext>
              </a:extLst>
            </p:cNvPr>
            <p:cNvSpPr txBox="1"/>
            <p:nvPr/>
          </p:nvSpPr>
          <p:spPr>
            <a:xfrm>
              <a:off x="1837151" y="598407"/>
              <a:ext cx="747389" cy="7004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47"/>
                </a:lnSpc>
              </a:pPr>
              <a:r>
                <a:rPr lang="en-US" sz="3267" b="1" spc="71">
                  <a:solidFill>
                    <a:srgbClr val="12315F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DE</a:t>
              </a:r>
            </a:p>
          </p:txBody>
        </p:sp>
        <p:sp>
          <p:nvSpPr>
            <p:cNvPr id="58" name="TextBox 58">
              <a:extLst>
                <a:ext uri="{FF2B5EF4-FFF2-40B4-BE49-F238E27FC236}">
                  <a16:creationId xmlns:a16="http://schemas.microsoft.com/office/drawing/2014/main" id="{854A5F41-3645-D46E-DF91-DDFA8E6223EC}"/>
                </a:ext>
              </a:extLst>
            </p:cNvPr>
            <p:cNvSpPr txBox="1"/>
            <p:nvPr/>
          </p:nvSpPr>
          <p:spPr>
            <a:xfrm>
              <a:off x="2666546" y="598407"/>
              <a:ext cx="2883518" cy="7004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47"/>
                </a:lnSpc>
              </a:pPr>
              <a:r>
                <a:rPr lang="en-US" sz="3267" b="1" spc="98">
                  <a:solidFill>
                    <a:srgbClr val="12315F"/>
                  </a:solidFill>
                  <a:latin typeface="Prompt Bold"/>
                  <a:ea typeface="Prompt Bold"/>
                  <a:cs typeface="Prompt Bold"/>
                  <a:sym typeface="Prompt Bold"/>
                </a:rPr>
                <a:t>SISTEMAS</a:t>
              </a:r>
            </a:p>
          </p:txBody>
        </p:sp>
        <p:sp>
          <p:nvSpPr>
            <p:cNvPr id="59" name="TextBox 59">
              <a:extLst>
                <a:ext uri="{FF2B5EF4-FFF2-40B4-BE49-F238E27FC236}">
                  <a16:creationId xmlns:a16="http://schemas.microsoft.com/office/drawing/2014/main" id="{28CC737B-1C76-80D2-C8CA-57552505C893}"/>
                </a:ext>
              </a:extLst>
            </p:cNvPr>
            <p:cNvSpPr txBox="1"/>
            <p:nvPr/>
          </p:nvSpPr>
          <p:spPr>
            <a:xfrm>
              <a:off x="0" y="1193657"/>
              <a:ext cx="1550157" cy="1632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82"/>
                </a:lnSpc>
              </a:pPr>
              <a:r>
                <a:rPr lang="en-US" sz="701">
                  <a:solidFill>
                    <a:srgbClr val="12315F"/>
                  </a:solidFill>
                  <a:latin typeface="Myriad Light"/>
                  <a:ea typeface="Myriad Light"/>
                  <a:cs typeface="Myriad Light"/>
                  <a:sym typeface="Myriad Light"/>
                </a:rPr>
                <a:t>UNIVERSIDAD PERUANA UNIÓN</a:t>
              </a:r>
            </a:p>
          </p:txBody>
        </p:sp>
      </p:grpSp>
      <p:sp>
        <p:nvSpPr>
          <p:cNvPr id="60" name="TextBox 60">
            <a:extLst>
              <a:ext uri="{FF2B5EF4-FFF2-40B4-BE49-F238E27FC236}">
                <a16:creationId xmlns:a16="http://schemas.microsoft.com/office/drawing/2014/main" id="{2C0CCC52-5E5A-7FE1-9F16-33083C4E1A18}"/>
              </a:ext>
            </a:extLst>
          </p:cNvPr>
          <p:cNvSpPr txBox="1"/>
          <p:nvPr/>
        </p:nvSpPr>
        <p:spPr>
          <a:xfrm>
            <a:off x="211033" y="9815512"/>
            <a:ext cx="5825841" cy="342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60"/>
              </a:lnSpc>
              <a:spcBef>
                <a:spcPct val="0"/>
              </a:spcBef>
            </a:pPr>
            <a:r>
              <a:rPr lang="en-US" sz="2300" u="none" strike="noStrike">
                <a:solidFill>
                  <a:srgbClr val="003865"/>
                </a:solidFill>
                <a:latin typeface="DM Sans"/>
                <a:ea typeface="DM Sans"/>
                <a:cs typeface="DM Sans"/>
                <a:sym typeface="DM Sans"/>
              </a:rPr>
              <a:t>XVII Jornada Científica - EP. Ing. Sistemas</a:t>
            </a:r>
          </a:p>
        </p:txBody>
      </p:sp>
      <p:pic>
        <p:nvPicPr>
          <p:cNvPr id="7" name="Picture 6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11ADFFF6-1568-F43D-CB71-071D629AE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194" y="1791381"/>
            <a:ext cx="14771913" cy="6704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402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83960" y="4298405"/>
            <a:ext cx="19160962" cy="10179715"/>
            <a:chOff x="0" y="0"/>
            <a:chExt cx="1051530" cy="558650"/>
          </a:xfrm>
        </p:grpSpPr>
        <p:sp>
          <p:nvSpPr>
            <p:cNvPr id="3" name="Freeform 3"/>
            <p:cNvSpPr/>
            <p:nvPr/>
          </p:nvSpPr>
          <p:spPr>
            <a:xfrm>
              <a:off x="22946" y="17458"/>
              <a:ext cx="1005638" cy="541192"/>
            </a:xfrm>
            <a:custGeom>
              <a:avLst/>
              <a:gdLst/>
              <a:ahLst/>
              <a:cxnLst/>
              <a:rect l="l" t="t" r="r" b="b"/>
              <a:pathLst>
                <a:path w="1005638" h="541192">
                  <a:moveTo>
                    <a:pt x="530510" y="11965"/>
                  </a:moveTo>
                  <a:lnTo>
                    <a:pt x="1000892" y="511769"/>
                  </a:lnTo>
                  <a:cubicBezTo>
                    <a:pt x="1005666" y="516841"/>
                    <a:pt x="1006968" y="524265"/>
                    <a:pt x="1004205" y="530658"/>
                  </a:cubicBezTo>
                  <a:cubicBezTo>
                    <a:pt x="1001443" y="537052"/>
                    <a:pt x="995144" y="541192"/>
                    <a:pt x="988179" y="541192"/>
                  </a:cubicBezTo>
                  <a:lnTo>
                    <a:pt x="17459" y="541192"/>
                  </a:lnTo>
                  <a:cubicBezTo>
                    <a:pt x="10494" y="541192"/>
                    <a:pt x="4195" y="537052"/>
                    <a:pt x="1432" y="530658"/>
                  </a:cubicBezTo>
                  <a:cubicBezTo>
                    <a:pt x="-1330" y="524265"/>
                    <a:pt x="-28" y="516841"/>
                    <a:pt x="4745" y="511769"/>
                  </a:cubicBezTo>
                  <a:lnTo>
                    <a:pt x="475128" y="11965"/>
                  </a:lnTo>
                  <a:cubicBezTo>
                    <a:pt x="482314" y="4330"/>
                    <a:pt x="492334" y="0"/>
                    <a:pt x="502819" y="0"/>
                  </a:cubicBezTo>
                  <a:cubicBezTo>
                    <a:pt x="513304" y="0"/>
                    <a:pt x="523324" y="4330"/>
                    <a:pt x="530510" y="11965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713696" y="-2195771"/>
            <a:ext cx="18788758" cy="9328392"/>
            <a:chOff x="0" y="0"/>
            <a:chExt cx="1557574" cy="773317"/>
          </a:xfrm>
        </p:grpSpPr>
        <p:sp>
          <p:nvSpPr>
            <p:cNvPr id="5" name="Freeform 5"/>
            <p:cNvSpPr/>
            <p:nvPr/>
          </p:nvSpPr>
          <p:spPr>
            <a:xfrm>
              <a:off x="19862" y="0"/>
              <a:ext cx="1517850" cy="759391"/>
            </a:xfrm>
            <a:custGeom>
              <a:avLst/>
              <a:gdLst/>
              <a:ahLst/>
              <a:cxnLst/>
              <a:rect l="l" t="t" r="r" b="b"/>
              <a:pathLst>
                <a:path w="1517850" h="759391">
                  <a:moveTo>
                    <a:pt x="782901" y="749509"/>
                  </a:moveTo>
                  <a:lnTo>
                    <a:pt x="1513736" y="23807"/>
                  </a:lnTo>
                  <a:cubicBezTo>
                    <a:pt x="1517739" y="19832"/>
                    <a:pt x="1518948" y="13835"/>
                    <a:pt x="1516799" y="8619"/>
                  </a:cubicBezTo>
                  <a:cubicBezTo>
                    <a:pt x="1514649" y="3404"/>
                    <a:pt x="1509565" y="0"/>
                    <a:pt x="1503924" y="0"/>
                  </a:cubicBezTo>
                  <a:lnTo>
                    <a:pt x="13926" y="0"/>
                  </a:lnTo>
                  <a:cubicBezTo>
                    <a:pt x="8285" y="0"/>
                    <a:pt x="3201" y="3404"/>
                    <a:pt x="1051" y="8619"/>
                  </a:cubicBezTo>
                  <a:cubicBezTo>
                    <a:pt x="-1099" y="13835"/>
                    <a:pt x="111" y="19832"/>
                    <a:pt x="4114" y="23807"/>
                  </a:cubicBezTo>
                  <a:lnTo>
                    <a:pt x="734949" y="749509"/>
                  </a:lnTo>
                  <a:cubicBezTo>
                    <a:pt x="748218" y="762685"/>
                    <a:pt x="769632" y="762685"/>
                    <a:pt x="782901" y="749509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243371" y="17137"/>
              <a:ext cx="1070832" cy="39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7951486" y="-6859967"/>
            <a:ext cx="18788758" cy="9328392"/>
            <a:chOff x="0" y="0"/>
            <a:chExt cx="1557574" cy="773317"/>
          </a:xfrm>
        </p:grpSpPr>
        <p:sp>
          <p:nvSpPr>
            <p:cNvPr id="8" name="Freeform 8"/>
            <p:cNvSpPr/>
            <p:nvPr/>
          </p:nvSpPr>
          <p:spPr>
            <a:xfrm>
              <a:off x="19862" y="0"/>
              <a:ext cx="1517850" cy="759391"/>
            </a:xfrm>
            <a:custGeom>
              <a:avLst/>
              <a:gdLst/>
              <a:ahLst/>
              <a:cxnLst/>
              <a:rect l="l" t="t" r="r" b="b"/>
              <a:pathLst>
                <a:path w="1517850" h="759391">
                  <a:moveTo>
                    <a:pt x="782901" y="749509"/>
                  </a:moveTo>
                  <a:lnTo>
                    <a:pt x="1513736" y="23807"/>
                  </a:lnTo>
                  <a:cubicBezTo>
                    <a:pt x="1517739" y="19832"/>
                    <a:pt x="1518948" y="13835"/>
                    <a:pt x="1516799" y="8619"/>
                  </a:cubicBezTo>
                  <a:cubicBezTo>
                    <a:pt x="1514649" y="3404"/>
                    <a:pt x="1509565" y="0"/>
                    <a:pt x="1503924" y="0"/>
                  </a:cubicBezTo>
                  <a:lnTo>
                    <a:pt x="13926" y="0"/>
                  </a:lnTo>
                  <a:cubicBezTo>
                    <a:pt x="8285" y="0"/>
                    <a:pt x="3201" y="3404"/>
                    <a:pt x="1051" y="8619"/>
                  </a:cubicBezTo>
                  <a:cubicBezTo>
                    <a:pt x="-1099" y="13835"/>
                    <a:pt x="111" y="19832"/>
                    <a:pt x="4114" y="23807"/>
                  </a:cubicBezTo>
                  <a:lnTo>
                    <a:pt x="734949" y="749509"/>
                  </a:lnTo>
                  <a:cubicBezTo>
                    <a:pt x="748218" y="762685"/>
                    <a:pt x="769632" y="762685"/>
                    <a:pt x="782901" y="749509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243371" y="17137"/>
              <a:ext cx="1070832" cy="39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077420" y="2497000"/>
            <a:ext cx="8988452" cy="1107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67"/>
              </a:lnSpc>
            </a:pPr>
            <a:r>
              <a:rPr lang="en-US" sz="9075" b="1">
                <a:solidFill>
                  <a:srgbClr val="003865"/>
                </a:solidFill>
                <a:latin typeface="DM Sans Bold"/>
                <a:ea typeface="DM Sans Bold"/>
                <a:cs typeface="DM Sans Bold"/>
                <a:sym typeface="DM Sans Bold"/>
              </a:rPr>
              <a:t>CONCLUSIONES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77420" y="4260305"/>
            <a:ext cx="8013081" cy="372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119"/>
              </a:lnSpc>
            </a:pPr>
            <a:r>
              <a:rPr lang="en-US" sz="2228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Descripción .....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3731432" y="3213829"/>
            <a:ext cx="1671374" cy="1671374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47967" y="47967"/>
              <a:ext cx="716867" cy="716867"/>
            </a:xfrm>
            <a:custGeom>
              <a:avLst/>
              <a:gdLst/>
              <a:ahLst/>
              <a:cxnLst/>
              <a:rect l="l" t="t" r="r" b="b"/>
              <a:pathLst>
                <a:path w="716867" h="716867">
                  <a:moveTo>
                    <a:pt x="440317" y="33917"/>
                  </a:moveTo>
                  <a:lnTo>
                    <a:pt x="682949" y="276549"/>
                  </a:lnTo>
                  <a:cubicBezTo>
                    <a:pt x="728172" y="321772"/>
                    <a:pt x="728172" y="395094"/>
                    <a:pt x="682949" y="440317"/>
                  </a:cubicBezTo>
                  <a:lnTo>
                    <a:pt x="440317" y="682949"/>
                  </a:lnTo>
                  <a:cubicBezTo>
                    <a:pt x="395094" y="728172"/>
                    <a:pt x="321772" y="728172"/>
                    <a:pt x="276549" y="682949"/>
                  </a:cubicBezTo>
                  <a:lnTo>
                    <a:pt x="33917" y="440317"/>
                  </a:lnTo>
                  <a:cubicBezTo>
                    <a:pt x="-11306" y="395094"/>
                    <a:pt x="-11306" y="321772"/>
                    <a:pt x="33917" y="276549"/>
                  </a:cubicBezTo>
                  <a:lnTo>
                    <a:pt x="276549" y="33917"/>
                  </a:lnTo>
                  <a:cubicBezTo>
                    <a:pt x="321772" y="-11306"/>
                    <a:pt x="395094" y="-11306"/>
                    <a:pt x="440317" y="33917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5" name="AutoShape 15"/>
          <p:cNvSpPr/>
          <p:nvPr/>
        </p:nvSpPr>
        <p:spPr>
          <a:xfrm flipV="1">
            <a:off x="15146745" y="200912"/>
            <a:ext cx="0" cy="817476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6" name="Group 16"/>
          <p:cNvGrpSpPr/>
          <p:nvPr/>
        </p:nvGrpSpPr>
        <p:grpSpPr>
          <a:xfrm>
            <a:off x="14152729" y="153539"/>
            <a:ext cx="635936" cy="583117"/>
            <a:chOff x="0" y="0"/>
            <a:chExt cx="1791183" cy="1642402"/>
          </a:xfrm>
        </p:grpSpPr>
        <p:sp>
          <p:nvSpPr>
            <p:cNvPr id="17" name="Freeform 17"/>
            <p:cNvSpPr/>
            <p:nvPr/>
          </p:nvSpPr>
          <p:spPr>
            <a:xfrm>
              <a:off x="286132" y="63429"/>
              <a:ext cx="1151836" cy="829127"/>
            </a:xfrm>
            <a:custGeom>
              <a:avLst/>
              <a:gdLst/>
              <a:ahLst/>
              <a:cxnLst/>
              <a:rect l="l" t="t" r="r" b="b"/>
              <a:pathLst>
                <a:path w="1151836" h="829127">
                  <a:moveTo>
                    <a:pt x="0" y="829127"/>
                  </a:moveTo>
                  <a:cubicBezTo>
                    <a:pt x="762" y="780866"/>
                    <a:pt x="17653" y="742386"/>
                    <a:pt x="52197" y="720923"/>
                  </a:cubicBezTo>
                  <a:cubicBezTo>
                    <a:pt x="83185" y="701619"/>
                    <a:pt x="95885" y="675584"/>
                    <a:pt x="107442" y="645612"/>
                  </a:cubicBezTo>
                  <a:cubicBezTo>
                    <a:pt x="172339" y="476575"/>
                    <a:pt x="237364" y="307538"/>
                    <a:pt x="302134" y="138374"/>
                  </a:cubicBezTo>
                  <a:cubicBezTo>
                    <a:pt x="315342" y="103830"/>
                    <a:pt x="328804" y="69286"/>
                    <a:pt x="340615" y="34234"/>
                  </a:cubicBezTo>
                  <a:cubicBezTo>
                    <a:pt x="348108" y="11628"/>
                    <a:pt x="357379" y="-1072"/>
                    <a:pt x="385573" y="71"/>
                  </a:cubicBezTo>
                  <a:cubicBezTo>
                    <a:pt x="449200" y="2738"/>
                    <a:pt x="512954" y="960"/>
                    <a:pt x="580138" y="960"/>
                  </a:cubicBezTo>
                  <a:cubicBezTo>
                    <a:pt x="531369" y="197937"/>
                    <a:pt x="482982" y="392628"/>
                    <a:pt x="433579" y="592145"/>
                  </a:cubicBezTo>
                  <a:cubicBezTo>
                    <a:pt x="540894" y="567634"/>
                    <a:pt x="642876" y="544520"/>
                    <a:pt x="744476" y="520136"/>
                  </a:cubicBezTo>
                  <a:cubicBezTo>
                    <a:pt x="750064" y="518866"/>
                    <a:pt x="757430" y="504134"/>
                    <a:pt x="755779" y="497530"/>
                  </a:cubicBezTo>
                  <a:cubicBezTo>
                    <a:pt x="718949" y="346146"/>
                    <a:pt x="681103" y="195016"/>
                    <a:pt x="643511" y="43759"/>
                  </a:cubicBezTo>
                  <a:cubicBezTo>
                    <a:pt x="640209" y="30551"/>
                    <a:pt x="638050" y="17216"/>
                    <a:pt x="634748" y="960"/>
                  </a:cubicBezTo>
                  <a:cubicBezTo>
                    <a:pt x="706249" y="960"/>
                    <a:pt x="776734" y="452"/>
                    <a:pt x="847219" y="1849"/>
                  </a:cubicBezTo>
                  <a:cubicBezTo>
                    <a:pt x="854077" y="1976"/>
                    <a:pt x="863856" y="13279"/>
                    <a:pt x="867031" y="21407"/>
                  </a:cubicBezTo>
                  <a:cubicBezTo>
                    <a:pt x="919101" y="154630"/>
                    <a:pt x="970410" y="287980"/>
                    <a:pt x="1022988" y="424251"/>
                  </a:cubicBezTo>
                  <a:cubicBezTo>
                    <a:pt x="1073407" y="399613"/>
                    <a:pt x="1113412" y="365069"/>
                    <a:pt x="1141098" y="313253"/>
                  </a:cubicBezTo>
                  <a:cubicBezTo>
                    <a:pt x="1161545" y="359735"/>
                    <a:pt x="1151258" y="410154"/>
                    <a:pt x="1123191" y="442793"/>
                  </a:cubicBezTo>
                  <a:cubicBezTo>
                    <a:pt x="1068200" y="506674"/>
                    <a:pt x="991746" y="531312"/>
                    <a:pt x="916053" y="552521"/>
                  </a:cubicBezTo>
                  <a:cubicBezTo>
                    <a:pt x="769876" y="593415"/>
                    <a:pt x="622048" y="628594"/>
                    <a:pt x="474473" y="664662"/>
                  </a:cubicBezTo>
                  <a:cubicBezTo>
                    <a:pt x="338329" y="697936"/>
                    <a:pt x="200152" y="724352"/>
                    <a:pt x="72136" y="784804"/>
                  </a:cubicBezTo>
                  <a:cubicBezTo>
                    <a:pt x="48641" y="795979"/>
                    <a:pt x="27559" y="811982"/>
                    <a:pt x="127" y="828999"/>
                  </a:cubicBezTo>
                </a:path>
              </a:pathLst>
            </a:custGeom>
            <a:solidFill>
              <a:srgbClr val="003865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1160529" y="921131"/>
              <a:ext cx="567311" cy="657733"/>
            </a:xfrm>
            <a:custGeom>
              <a:avLst/>
              <a:gdLst/>
              <a:ahLst/>
              <a:cxnLst/>
              <a:rect l="l" t="t" r="r" b="b"/>
              <a:pathLst>
                <a:path w="567311" h="657733">
                  <a:moveTo>
                    <a:pt x="567184" y="657732"/>
                  </a:moveTo>
                  <a:cubicBezTo>
                    <a:pt x="523369" y="650112"/>
                    <a:pt x="483363" y="642492"/>
                    <a:pt x="442977" y="636142"/>
                  </a:cubicBezTo>
                  <a:cubicBezTo>
                    <a:pt x="380239" y="626363"/>
                    <a:pt x="317374" y="616965"/>
                    <a:pt x="254382" y="608456"/>
                  </a:cubicBezTo>
                  <a:cubicBezTo>
                    <a:pt x="216409" y="603376"/>
                    <a:pt x="177928" y="602106"/>
                    <a:pt x="140463" y="594994"/>
                  </a:cubicBezTo>
                  <a:cubicBezTo>
                    <a:pt x="129922" y="592962"/>
                    <a:pt x="116714" y="577976"/>
                    <a:pt x="113793" y="566546"/>
                  </a:cubicBezTo>
                  <a:cubicBezTo>
                    <a:pt x="90171" y="476122"/>
                    <a:pt x="68961" y="385063"/>
                    <a:pt x="46482" y="294258"/>
                  </a:cubicBezTo>
                  <a:cubicBezTo>
                    <a:pt x="31369" y="232917"/>
                    <a:pt x="15367" y="171703"/>
                    <a:pt x="0" y="111505"/>
                  </a:cubicBezTo>
                  <a:cubicBezTo>
                    <a:pt x="103505" y="74802"/>
                    <a:pt x="206884" y="38227"/>
                    <a:pt x="314707" y="0"/>
                  </a:cubicBezTo>
                  <a:cubicBezTo>
                    <a:pt x="396368" y="212724"/>
                    <a:pt x="481078" y="433196"/>
                    <a:pt x="567311" y="657732"/>
                  </a:cubicBezTo>
                </a:path>
              </a:pathLst>
            </a:custGeom>
            <a:solidFill>
              <a:srgbClr val="003865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113698" y="602615"/>
              <a:ext cx="1465957" cy="768223"/>
            </a:xfrm>
            <a:custGeom>
              <a:avLst/>
              <a:gdLst/>
              <a:ahLst/>
              <a:cxnLst/>
              <a:rect l="l" t="t" r="r" b="b"/>
              <a:pathLst>
                <a:path w="1465957" h="768223">
                  <a:moveTo>
                    <a:pt x="856" y="768222"/>
                  </a:moveTo>
                  <a:cubicBezTo>
                    <a:pt x="856" y="749934"/>
                    <a:pt x="-1303" y="731392"/>
                    <a:pt x="1237" y="713485"/>
                  </a:cubicBezTo>
                  <a:cubicBezTo>
                    <a:pt x="14699" y="617600"/>
                    <a:pt x="77438" y="556132"/>
                    <a:pt x="154400" y="508761"/>
                  </a:cubicBezTo>
                  <a:cubicBezTo>
                    <a:pt x="269716" y="437768"/>
                    <a:pt x="400145" y="406653"/>
                    <a:pt x="530321" y="376173"/>
                  </a:cubicBezTo>
                  <a:cubicBezTo>
                    <a:pt x="636493" y="351282"/>
                    <a:pt x="742665" y="326136"/>
                    <a:pt x="848203" y="298323"/>
                  </a:cubicBezTo>
                  <a:cubicBezTo>
                    <a:pt x="971520" y="265684"/>
                    <a:pt x="1095472" y="234569"/>
                    <a:pt x="1216250" y="194056"/>
                  </a:cubicBezTo>
                  <a:cubicBezTo>
                    <a:pt x="1314548" y="161036"/>
                    <a:pt x="1404972" y="110744"/>
                    <a:pt x="1451581" y="0"/>
                  </a:cubicBezTo>
                  <a:cubicBezTo>
                    <a:pt x="1470378" y="44450"/>
                    <a:pt x="1468092" y="83058"/>
                    <a:pt x="1459709" y="121412"/>
                  </a:cubicBezTo>
                  <a:cubicBezTo>
                    <a:pt x="1440405" y="210058"/>
                    <a:pt x="1374492" y="258699"/>
                    <a:pt x="1297022" y="285115"/>
                  </a:cubicBezTo>
                  <a:cubicBezTo>
                    <a:pt x="1146908" y="336296"/>
                    <a:pt x="994380" y="380364"/>
                    <a:pt x="841980" y="424052"/>
                  </a:cubicBezTo>
                  <a:cubicBezTo>
                    <a:pt x="661385" y="475741"/>
                    <a:pt x="479394" y="522604"/>
                    <a:pt x="298799" y="574166"/>
                  </a:cubicBezTo>
                  <a:cubicBezTo>
                    <a:pt x="213455" y="598550"/>
                    <a:pt x="136239" y="641349"/>
                    <a:pt x="68929" y="699642"/>
                  </a:cubicBezTo>
                  <a:cubicBezTo>
                    <a:pt x="46322" y="719327"/>
                    <a:pt x="28796" y="744854"/>
                    <a:pt x="8857" y="767714"/>
                  </a:cubicBezTo>
                  <a:cubicBezTo>
                    <a:pt x="6190" y="767841"/>
                    <a:pt x="3523" y="767968"/>
                    <a:pt x="856" y="768095"/>
                  </a:cubicBezTo>
                </a:path>
              </a:pathLst>
            </a:custGeom>
            <a:solidFill>
              <a:srgbClr val="003865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191335" y="477393"/>
              <a:ext cx="1319675" cy="635127"/>
            </a:xfrm>
            <a:custGeom>
              <a:avLst/>
              <a:gdLst/>
              <a:ahLst/>
              <a:cxnLst/>
              <a:rect l="l" t="t" r="r" b="b"/>
              <a:pathLst>
                <a:path w="1319675" h="635127">
                  <a:moveTo>
                    <a:pt x="11866" y="634999"/>
                  </a:moveTo>
                  <a:cubicBezTo>
                    <a:pt x="-8581" y="601852"/>
                    <a:pt x="-1342" y="556640"/>
                    <a:pt x="23931" y="521334"/>
                  </a:cubicBezTo>
                  <a:cubicBezTo>
                    <a:pt x="67365" y="460374"/>
                    <a:pt x="130611" y="427735"/>
                    <a:pt x="197921" y="407669"/>
                  </a:cubicBezTo>
                  <a:cubicBezTo>
                    <a:pt x="326445" y="369188"/>
                    <a:pt x="457002" y="337311"/>
                    <a:pt x="587177" y="304673"/>
                  </a:cubicBezTo>
                  <a:cubicBezTo>
                    <a:pt x="766502" y="259715"/>
                    <a:pt x="949763" y="228981"/>
                    <a:pt x="1122611" y="160274"/>
                  </a:cubicBezTo>
                  <a:cubicBezTo>
                    <a:pt x="1195763" y="131191"/>
                    <a:pt x="1259136" y="87376"/>
                    <a:pt x="1296474" y="14224"/>
                  </a:cubicBezTo>
                  <a:cubicBezTo>
                    <a:pt x="1298887" y="9398"/>
                    <a:pt x="1302697" y="5207"/>
                    <a:pt x="1306380" y="0"/>
                  </a:cubicBezTo>
                  <a:cubicBezTo>
                    <a:pt x="1335590" y="52578"/>
                    <a:pt x="1313238" y="132207"/>
                    <a:pt x="1272598" y="177165"/>
                  </a:cubicBezTo>
                  <a:cubicBezTo>
                    <a:pt x="1215321" y="240284"/>
                    <a:pt x="1139883" y="270510"/>
                    <a:pt x="1061270" y="292100"/>
                  </a:cubicBezTo>
                  <a:cubicBezTo>
                    <a:pt x="914838" y="332359"/>
                    <a:pt x="767264" y="368426"/>
                    <a:pt x="620197" y="406526"/>
                  </a:cubicBezTo>
                  <a:cubicBezTo>
                    <a:pt x="491165" y="440054"/>
                    <a:pt x="361498" y="471550"/>
                    <a:pt x="233481" y="508507"/>
                  </a:cubicBezTo>
                  <a:cubicBezTo>
                    <a:pt x="150423" y="532383"/>
                    <a:pt x="72572" y="569340"/>
                    <a:pt x="11993" y="635126"/>
                  </a:cubicBezTo>
                </a:path>
              </a:pathLst>
            </a:custGeom>
            <a:solidFill>
              <a:srgbClr val="003865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63373" y="1179321"/>
              <a:ext cx="524258" cy="398907"/>
            </a:xfrm>
            <a:custGeom>
              <a:avLst/>
              <a:gdLst/>
              <a:ahLst/>
              <a:cxnLst/>
              <a:rect l="l" t="t" r="r" b="b"/>
              <a:pathLst>
                <a:path w="524258" h="398907">
                  <a:moveTo>
                    <a:pt x="127" y="398907"/>
                  </a:moveTo>
                  <a:cubicBezTo>
                    <a:pt x="26543" y="274320"/>
                    <a:pt x="88646" y="178943"/>
                    <a:pt x="201296" y="117094"/>
                  </a:cubicBezTo>
                  <a:cubicBezTo>
                    <a:pt x="301499" y="62103"/>
                    <a:pt x="409703" y="33274"/>
                    <a:pt x="524258" y="0"/>
                  </a:cubicBezTo>
                  <a:cubicBezTo>
                    <a:pt x="516257" y="35687"/>
                    <a:pt x="510161" y="65786"/>
                    <a:pt x="502795" y="95504"/>
                  </a:cubicBezTo>
                  <a:cubicBezTo>
                    <a:pt x="485523" y="165354"/>
                    <a:pt x="467108" y="235077"/>
                    <a:pt x="450343" y="305054"/>
                  </a:cubicBezTo>
                  <a:cubicBezTo>
                    <a:pt x="444755" y="328549"/>
                    <a:pt x="433198" y="336550"/>
                    <a:pt x="408179" y="339090"/>
                  </a:cubicBezTo>
                  <a:cubicBezTo>
                    <a:pt x="324486" y="347472"/>
                    <a:pt x="240920" y="359029"/>
                    <a:pt x="157735" y="371094"/>
                  </a:cubicBezTo>
                  <a:cubicBezTo>
                    <a:pt x="104775" y="378714"/>
                    <a:pt x="52324" y="389636"/>
                    <a:pt x="0" y="398907"/>
                  </a:cubicBezTo>
                </a:path>
              </a:pathLst>
            </a:custGeom>
            <a:solidFill>
              <a:srgbClr val="003865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13974202" y="736655"/>
            <a:ext cx="992991" cy="281733"/>
            <a:chOff x="0" y="0"/>
            <a:chExt cx="1323988" cy="375643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17166"/>
              <a:ext cx="305916" cy="342156"/>
              <a:chOff x="0" y="0"/>
              <a:chExt cx="1131697" cy="1265758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131697" cy="1265809"/>
              </a:xfrm>
              <a:custGeom>
                <a:avLst/>
                <a:gdLst/>
                <a:ahLst/>
                <a:cxnLst/>
                <a:rect l="l" t="t" r="r" b="b"/>
                <a:pathLst>
                  <a:path w="1131697" h="1265809">
                    <a:moveTo>
                      <a:pt x="1131697" y="0"/>
                    </a:moveTo>
                    <a:lnTo>
                      <a:pt x="1131697" y="703072"/>
                    </a:lnTo>
                    <a:cubicBezTo>
                      <a:pt x="1131697" y="1109980"/>
                      <a:pt x="913511" y="1265809"/>
                      <a:pt x="565785" y="1265809"/>
                    </a:cubicBezTo>
                    <a:cubicBezTo>
                      <a:pt x="218059" y="1265809"/>
                      <a:pt x="0" y="1109853"/>
                      <a:pt x="0" y="703072"/>
                    </a:cubicBezTo>
                    <a:lnTo>
                      <a:pt x="0" y="0"/>
                    </a:lnTo>
                    <a:lnTo>
                      <a:pt x="311785" y="0"/>
                    </a:lnTo>
                    <a:lnTo>
                      <a:pt x="311785" y="625094"/>
                    </a:lnTo>
                    <a:cubicBezTo>
                      <a:pt x="311785" y="891667"/>
                      <a:pt x="411607" y="993013"/>
                      <a:pt x="565912" y="993013"/>
                    </a:cubicBezTo>
                    <a:cubicBezTo>
                      <a:pt x="720217" y="993013"/>
                      <a:pt x="820039" y="891667"/>
                      <a:pt x="820039" y="625094"/>
                    </a:cubicBezTo>
                    <a:lnTo>
                      <a:pt x="820039" y="0"/>
                    </a:lnTo>
                    <a:close/>
                  </a:path>
                </a:pathLst>
              </a:custGeom>
              <a:solidFill>
                <a:srgbClr val="003865"/>
              </a:solidFill>
            </p:spPr>
          </p:sp>
        </p:grpSp>
        <p:grpSp>
          <p:nvGrpSpPr>
            <p:cNvPr id="25" name="Group 25"/>
            <p:cNvGrpSpPr/>
            <p:nvPr/>
          </p:nvGrpSpPr>
          <p:grpSpPr>
            <a:xfrm>
              <a:off x="351974" y="0"/>
              <a:ext cx="641120" cy="375643"/>
              <a:chOff x="0" y="0"/>
              <a:chExt cx="2371738" cy="1389647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63500" y="63500"/>
                <a:ext cx="1130175" cy="1247142"/>
              </a:xfrm>
              <a:custGeom>
                <a:avLst/>
                <a:gdLst/>
                <a:ahLst/>
                <a:cxnLst/>
                <a:rect l="l" t="t" r="r" b="b"/>
                <a:pathLst>
                  <a:path w="1130175" h="1247142">
                    <a:moveTo>
                      <a:pt x="815215" y="453645"/>
                    </a:moveTo>
                    <a:cubicBezTo>
                      <a:pt x="815215" y="349251"/>
                      <a:pt x="748159" y="280671"/>
                      <a:pt x="578232" y="280671"/>
                    </a:cubicBezTo>
                    <a:lnTo>
                      <a:pt x="311786" y="280671"/>
                    </a:lnTo>
                    <a:lnTo>
                      <a:pt x="311786" y="612649"/>
                    </a:lnTo>
                    <a:lnTo>
                      <a:pt x="578359" y="612649"/>
                    </a:lnTo>
                    <a:cubicBezTo>
                      <a:pt x="748286" y="612649"/>
                      <a:pt x="815342" y="545593"/>
                      <a:pt x="815342" y="453645"/>
                    </a:cubicBezTo>
                    <a:moveTo>
                      <a:pt x="1130176" y="452121"/>
                    </a:moveTo>
                    <a:cubicBezTo>
                      <a:pt x="1130176" y="798197"/>
                      <a:pt x="849632" y="893320"/>
                      <a:pt x="562738" y="893320"/>
                    </a:cubicBezTo>
                    <a:lnTo>
                      <a:pt x="311786" y="893320"/>
                    </a:lnTo>
                    <a:lnTo>
                      <a:pt x="311786" y="1247142"/>
                    </a:lnTo>
                    <a:lnTo>
                      <a:pt x="0" y="1247142"/>
                    </a:lnTo>
                    <a:lnTo>
                      <a:pt x="0" y="0"/>
                    </a:lnTo>
                    <a:lnTo>
                      <a:pt x="547117" y="0"/>
                    </a:lnTo>
                    <a:cubicBezTo>
                      <a:pt x="818390" y="0"/>
                      <a:pt x="1130049" y="81026"/>
                      <a:pt x="1130049" y="452121"/>
                    </a:cubicBezTo>
                  </a:path>
                </a:pathLst>
              </a:custGeom>
              <a:solidFill>
                <a:srgbClr val="003865"/>
              </a:solidFill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304293" y="453264"/>
                <a:ext cx="1003810" cy="872872"/>
              </a:xfrm>
              <a:custGeom>
                <a:avLst/>
                <a:gdLst/>
                <a:ahLst/>
                <a:cxnLst/>
                <a:rect l="l" t="t" r="r" b="b"/>
                <a:pathLst>
                  <a:path w="1003810" h="872872">
                    <a:moveTo>
                      <a:pt x="313436" y="374015"/>
                    </a:moveTo>
                    <a:lnTo>
                      <a:pt x="701549" y="374015"/>
                    </a:lnTo>
                    <a:cubicBezTo>
                      <a:pt x="685928" y="271145"/>
                      <a:pt x="625222" y="225933"/>
                      <a:pt x="495809" y="225933"/>
                    </a:cubicBezTo>
                    <a:cubicBezTo>
                      <a:pt x="391414" y="228981"/>
                      <a:pt x="329057" y="277368"/>
                      <a:pt x="313436" y="374015"/>
                    </a:cubicBezTo>
                    <a:moveTo>
                      <a:pt x="575311" y="665608"/>
                    </a:moveTo>
                    <a:cubicBezTo>
                      <a:pt x="715646" y="665608"/>
                      <a:pt x="851282" y="625095"/>
                      <a:pt x="969647" y="582931"/>
                    </a:cubicBezTo>
                    <a:lnTo>
                      <a:pt x="969647" y="805816"/>
                    </a:lnTo>
                    <a:cubicBezTo>
                      <a:pt x="891669" y="847853"/>
                      <a:pt x="737363" y="872872"/>
                      <a:pt x="573660" y="872872"/>
                    </a:cubicBezTo>
                    <a:cubicBezTo>
                      <a:pt x="196469" y="872872"/>
                      <a:pt x="0" y="718567"/>
                      <a:pt x="0" y="445771"/>
                    </a:cubicBezTo>
                    <a:cubicBezTo>
                      <a:pt x="0" y="171450"/>
                      <a:pt x="194818" y="0"/>
                      <a:pt x="495682" y="0"/>
                    </a:cubicBezTo>
                    <a:cubicBezTo>
                      <a:pt x="835535" y="0"/>
                      <a:pt x="1003810" y="197993"/>
                      <a:pt x="1003810" y="506604"/>
                    </a:cubicBezTo>
                    <a:lnTo>
                      <a:pt x="319659" y="506604"/>
                    </a:lnTo>
                    <a:cubicBezTo>
                      <a:pt x="344552" y="595504"/>
                      <a:pt x="414783" y="665608"/>
                      <a:pt x="575311" y="665608"/>
                    </a:cubicBezTo>
                  </a:path>
                </a:pathLst>
              </a:custGeom>
              <a:solidFill>
                <a:srgbClr val="003865"/>
              </a:solidFill>
            </p:spPr>
          </p:sp>
        </p:grpSp>
        <p:grpSp>
          <p:nvGrpSpPr>
            <p:cNvPr id="28" name="Group 28"/>
            <p:cNvGrpSpPr/>
            <p:nvPr/>
          </p:nvGrpSpPr>
          <p:grpSpPr>
            <a:xfrm>
              <a:off x="1018072" y="17166"/>
              <a:ext cx="305916" cy="342156"/>
              <a:chOff x="0" y="0"/>
              <a:chExt cx="1131697" cy="1265758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131697" cy="1265809"/>
              </a:xfrm>
              <a:custGeom>
                <a:avLst/>
                <a:gdLst/>
                <a:ahLst/>
                <a:cxnLst/>
                <a:rect l="l" t="t" r="r" b="b"/>
                <a:pathLst>
                  <a:path w="1131697" h="1265809">
                    <a:moveTo>
                      <a:pt x="1131697" y="0"/>
                    </a:moveTo>
                    <a:lnTo>
                      <a:pt x="1131697" y="703072"/>
                    </a:lnTo>
                    <a:cubicBezTo>
                      <a:pt x="1131697" y="1109980"/>
                      <a:pt x="913511" y="1265809"/>
                      <a:pt x="565785" y="1265809"/>
                    </a:cubicBezTo>
                    <a:cubicBezTo>
                      <a:pt x="218059" y="1265809"/>
                      <a:pt x="0" y="1109853"/>
                      <a:pt x="0" y="703072"/>
                    </a:cubicBezTo>
                    <a:lnTo>
                      <a:pt x="0" y="0"/>
                    </a:lnTo>
                    <a:lnTo>
                      <a:pt x="311785" y="0"/>
                    </a:lnTo>
                    <a:lnTo>
                      <a:pt x="311785" y="625094"/>
                    </a:lnTo>
                    <a:cubicBezTo>
                      <a:pt x="311785" y="891667"/>
                      <a:pt x="411607" y="993013"/>
                      <a:pt x="565912" y="993013"/>
                    </a:cubicBezTo>
                    <a:cubicBezTo>
                      <a:pt x="720217" y="993013"/>
                      <a:pt x="820039" y="891667"/>
                      <a:pt x="820039" y="625094"/>
                    </a:cubicBezTo>
                    <a:lnTo>
                      <a:pt x="820039" y="0"/>
                    </a:lnTo>
                    <a:close/>
                  </a:path>
                </a:pathLst>
              </a:custGeom>
              <a:solidFill>
                <a:srgbClr val="003865"/>
              </a:solidFill>
            </p:spPr>
          </p:sp>
        </p:grpSp>
      </p:grpSp>
      <p:sp>
        <p:nvSpPr>
          <p:cNvPr id="30" name="TextBox 30"/>
          <p:cNvSpPr txBox="1"/>
          <p:nvPr/>
        </p:nvSpPr>
        <p:spPr>
          <a:xfrm>
            <a:off x="15267252" y="172337"/>
            <a:ext cx="2858828" cy="551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7"/>
              </a:lnSpc>
            </a:pPr>
            <a:r>
              <a:rPr lang="en-US" sz="3486" spc="282">
                <a:solidFill>
                  <a:srgbClr val="12315F"/>
                </a:solidFill>
                <a:latin typeface="Prompt Light"/>
                <a:ea typeface="Prompt Light"/>
                <a:cs typeface="Prompt Light"/>
                <a:sym typeface="Prompt Light"/>
              </a:rPr>
              <a:t>INGENIERÍA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5267252" y="592819"/>
            <a:ext cx="560542" cy="534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47"/>
              </a:lnSpc>
            </a:pPr>
            <a:r>
              <a:rPr lang="en-US" sz="3267" b="1" spc="71">
                <a:solidFill>
                  <a:srgbClr val="12315F"/>
                </a:solidFill>
                <a:latin typeface="Prompt Bold"/>
                <a:ea typeface="Prompt Bold"/>
                <a:cs typeface="Prompt Bold"/>
                <a:sym typeface="Prompt Bold"/>
              </a:rPr>
              <a:t>DE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889298" y="592819"/>
            <a:ext cx="2162639" cy="534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47"/>
              </a:lnSpc>
            </a:pPr>
            <a:r>
              <a:rPr lang="en-US" sz="3267" b="1" spc="98">
                <a:solidFill>
                  <a:srgbClr val="12315F"/>
                </a:solidFill>
                <a:latin typeface="Prompt Bold"/>
                <a:ea typeface="Prompt Bold"/>
                <a:cs typeface="Prompt Bold"/>
                <a:sym typeface="Prompt Bold"/>
              </a:rPr>
              <a:t>SISTEMAS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889388" y="1041638"/>
            <a:ext cx="1162618" cy="129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2"/>
              </a:lnSpc>
            </a:pPr>
            <a:r>
              <a:rPr lang="en-US" sz="701">
                <a:solidFill>
                  <a:srgbClr val="12315F"/>
                </a:solidFill>
                <a:latin typeface="Myriad Light"/>
                <a:ea typeface="Myriad Light"/>
                <a:cs typeface="Myriad Light"/>
                <a:sym typeface="Myriad Light"/>
              </a:rPr>
              <a:t>UNIVERSIDAD PERUANA UNIÓN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11033" y="9815512"/>
            <a:ext cx="5825841" cy="342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60"/>
              </a:lnSpc>
              <a:spcBef>
                <a:spcPct val="0"/>
              </a:spcBef>
            </a:pPr>
            <a:r>
              <a:rPr lang="en-US" sz="2300" u="none" strike="noStrike">
                <a:solidFill>
                  <a:srgbClr val="003865"/>
                </a:solidFill>
                <a:latin typeface="DM Sans"/>
                <a:ea typeface="DM Sans"/>
                <a:cs typeface="DM Sans"/>
                <a:sym typeface="DM Sans"/>
              </a:rPr>
              <a:t>XVII Jornada Científica - EP. Ing. Sistemas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951486" y="-6859967"/>
            <a:ext cx="18788758" cy="9328392"/>
            <a:chOff x="0" y="0"/>
            <a:chExt cx="1557574" cy="773317"/>
          </a:xfrm>
        </p:grpSpPr>
        <p:sp>
          <p:nvSpPr>
            <p:cNvPr id="3" name="Freeform 3"/>
            <p:cNvSpPr/>
            <p:nvPr/>
          </p:nvSpPr>
          <p:spPr>
            <a:xfrm>
              <a:off x="19862" y="0"/>
              <a:ext cx="1517850" cy="759391"/>
            </a:xfrm>
            <a:custGeom>
              <a:avLst/>
              <a:gdLst/>
              <a:ahLst/>
              <a:cxnLst/>
              <a:rect l="l" t="t" r="r" b="b"/>
              <a:pathLst>
                <a:path w="1517850" h="759391">
                  <a:moveTo>
                    <a:pt x="782901" y="749509"/>
                  </a:moveTo>
                  <a:lnTo>
                    <a:pt x="1513736" y="23807"/>
                  </a:lnTo>
                  <a:cubicBezTo>
                    <a:pt x="1517739" y="19832"/>
                    <a:pt x="1518948" y="13835"/>
                    <a:pt x="1516799" y="8619"/>
                  </a:cubicBezTo>
                  <a:cubicBezTo>
                    <a:pt x="1514649" y="3404"/>
                    <a:pt x="1509565" y="0"/>
                    <a:pt x="1503924" y="0"/>
                  </a:cubicBezTo>
                  <a:lnTo>
                    <a:pt x="13926" y="0"/>
                  </a:lnTo>
                  <a:cubicBezTo>
                    <a:pt x="8285" y="0"/>
                    <a:pt x="3201" y="3404"/>
                    <a:pt x="1051" y="8619"/>
                  </a:cubicBezTo>
                  <a:cubicBezTo>
                    <a:pt x="-1099" y="13835"/>
                    <a:pt x="111" y="19832"/>
                    <a:pt x="4114" y="23807"/>
                  </a:cubicBezTo>
                  <a:lnTo>
                    <a:pt x="734949" y="749509"/>
                  </a:lnTo>
                  <a:cubicBezTo>
                    <a:pt x="748218" y="762685"/>
                    <a:pt x="769632" y="762685"/>
                    <a:pt x="782901" y="749509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243371" y="17137"/>
              <a:ext cx="1070832" cy="39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840343" y="-1360707"/>
            <a:ext cx="12806862" cy="14183025"/>
            <a:chOff x="0" y="0"/>
            <a:chExt cx="890190" cy="985846"/>
          </a:xfrm>
        </p:grpSpPr>
        <p:sp>
          <p:nvSpPr>
            <p:cNvPr id="6" name="Freeform 6"/>
            <p:cNvSpPr/>
            <p:nvPr/>
          </p:nvSpPr>
          <p:spPr>
            <a:xfrm>
              <a:off x="16510" y="19073"/>
              <a:ext cx="857169" cy="947700"/>
            </a:xfrm>
            <a:custGeom>
              <a:avLst/>
              <a:gdLst/>
              <a:ahLst/>
              <a:cxnLst/>
              <a:rect l="l" t="t" r="r" b="b"/>
              <a:pathLst>
                <a:path w="857169" h="947700">
                  <a:moveTo>
                    <a:pt x="457350" y="12782"/>
                  </a:moveTo>
                  <a:lnTo>
                    <a:pt x="844916" y="441994"/>
                  </a:lnTo>
                  <a:cubicBezTo>
                    <a:pt x="861255" y="460089"/>
                    <a:pt x="861255" y="487611"/>
                    <a:pt x="844916" y="505705"/>
                  </a:cubicBezTo>
                  <a:lnTo>
                    <a:pt x="457350" y="934917"/>
                  </a:lnTo>
                  <a:cubicBezTo>
                    <a:pt x="450001" y="943055"/>
                    <a:pt x="439550" y="947700"/>
                    <a:pt x="428585" y="947700"/>
                  </a:cubicBezTo>
                  <a:cubicBezTo>
                    <a:pt x="417621" y="947700"/>
                    <a:pt x="407169" y="943055"/>
                    <a:pt x="399821" y="934917"/>
                  </a:cubicBezTo>
                  <a:lnTo>
                    <a:pt x="12255" y="505705"/>
                  </a:lnTo>
                  <a:cubicBezTo>
                    <a:pt x="-4084" y="487611"/>
                    <a:pt x="-4084" y="460089"/>
                    <a:pt x="12255" y="441994"/>
                  </a:cubicBezTo>
                  <a:lnTo>
                    <a:pt x="399821" y="12782"/>
                  </a:lnTo>
                  <a:cubicBezTo>
                    <a:pt x="407169" y="4644"/>
                    <a:pt x="417621" y="0"/>
                    <a:pt x="428585" y="0"/>
                  </a:cubicBezTo>
                  <a:cubicBezTo>
                    <a:pt x="439550" y="0"/>
                    <a:pt x="450001" y="4644"/>
                    <a:pt x="457350" y="12782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2366946" y="4369229"/>
            <a:ext cx="8519364" cy="1071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899"/>
              </a:lnSpc>
            </a:pPr>
            <a:r>
              <a:rPr lang="en-US" sz="2071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Hernández, R., Fernández, C., &amp; Baptista, P. (2014). Metodología de la investigación (6.ª ed.). McGraw-Hill.</a:t>
            </a:r>
          </a:p>
          <a:p>
            <a:pPr marL="0" lvl="0" indent="0" algn="just">
              <a:lnSpc>
                <a:spcPts val="2899"/>
              </a:lnSpc>
            </a:pPr>
            <a:r>
              <a:rPr lang="en-US" sz="2071">
                <a:solidFill>
                  <a:srgbClr val="1E1E1E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66946" y="2564971"/>
            <a:ext cx="8920947" cy="1184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33"/>
              </a:lnSpc>
            </a:pPr>
            <a:r>
              <a:rPr lang="en-US" sz="9593" b="1">
                <a:solidFill>
                  <a:srgbClr val="003865"/>
                </a:solidFill>
                <a:latin typeface="DM Sans Bold"/>
                <a:ea typeface="DM Sans Bold"/>
                <a:cs typeface="DM Sans Bold"/>
                <a:sym typeface="DM Sans Bold"/>
              </a:rPr>
              <a:t>REFERENCIAS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3001343" y="6626710"/>
            <a:ext cx="1371544" cy="1371544"/>
            <a:chOff x="0" y="0"/>
            <a:chExt cx="361230" cy="36123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61230" cy="361230"/>
            </a:xfrm>
            <a:custGeom>
              <a:avLst/>
              <a:gdLst/>
              <a:ahLst/>
              <a:cxnLst/>
              <a:rect l="l" t="t" r="r" b="b"/>
              <a:pathLst>
                <a:path w="361230" h="361230">
                  <a:moveTo>
                    <a:pt x="141117" y="0"/>
                  </a:moveTo>
                  <a:lnTo>
                    <a:pt x="220113" y="0"/>
                  </a:lnTo>
                  <a:cubicBezTo>
                    <a:pt x="298050" y="0"/>
                    <a:pt x="361230" y="63180"/>
                    <a:pt x="361230" y="141117"/>
                  </a:cubicBezTo>
                  <a:lnTo>
                    <a:pt x="361230" y="220113"/>
                  </a:lnTo>
                  <a:cubicBezTo>
                    <a:pt x="361230" y="298050"/>
                    <a:pt x="298050" y="361230"/>
                    <a:pt x="220113" y="361230"/>
                  </a:cubicBezTo>
                  <a:lnTo>
                    <a:pt x="141117" y="361230"/>
                  </a:lnTo>
                  <a:cubicBezTo>
                    <a:pt x="63180" y="361230"/>
                    <a:pt x="0" y="298050"/>
                    <a:pt x="0" y="220113"/>
                  </a:cubicBezTo>
                  <a:lnTo>
                    <a:pt x="0" y="141117"/>
                  </a:lnTo>
                  <a:cubicBezTo>
                    <a:pt x="0" y="63180"/>
                    <a:pt x="63180" y="0"/>
                    <a:pt x="141117" y="0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61230" cy="399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AutoShape 12"/>
          <p:cNvSpPr/>
          <p:nvPr/>
        </p:nvSpPr>
        <p:spPr>
          <a:xfrm>
            <a:off x="2366946" y="9258300"/>
            <a:ext cx="8470325" cy="0"/>
          </a:xfrm>
          <a:prstGeom prst="line">
            <a:avLst/>
          </a:prstGeom>
          <a:ln w="66675" cap="rnd">
            <a:solidFill>
              <a:srgbClr val="00386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/>
          <p:cNvSpPr txBox="1"/>
          <p:nvPr/>
        </p:nvSpPr>
        <p:spPr>
          <a:xfrm>
            <a:off x="211033" y="9815512"/>
            <a:ext cx="5825841" cy="342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60"/>
              </a:lnSpc>
              <a:spcBef>
                <a:spcPct val="0"/>
              </a:spcBef>
            </a:pPr>
            <a:r>
              <a:rPr lang="en-US" sz="2300" u="none" strike="noStrike">
                <a:solidFill>
                  <a:srgbClr val="003865"/>
                </a:solidFill>
                <a:latin typeface="DM Sans"/>
                <a:ea typeface="DM Sans"/>
                <a:cs typeface="DM Sans"/>
                <a:sym typeface="DM Sans"/>
              </a:rPr>
              <a:t>XVII Jornada Científica - EP. Ing. Sistemas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35888" y="9235036"/>
            <a:ext cx="21518857" cy="2096422"/>
            <a:chOff x="0" y="0"/>
            <a:chExt cx="5667518" cy="5521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667518" cy="552144"/>
            </a:xfrm>
            <a:custGeom>
              <a:avLst/>
              <a:gdLst/>
              <a:ahLst/>
              <a:cxnLst/>
              <a:rect l="l" t="t" r="r" b="b"/>
              <a:pathLst>
                <a:path w="5667518" h="552144">
                  <a:moveTo>
                    <a:pt x="0" y="0"/>
                  </a:moveTo>
                  <a:lnTo>
                    <a:pt x="5667518" y="0"/>
                  </a:lnTo>
                  <a:lnTo>
                    <a:pt x="5667518" y="552144"/>
                  </a:lnTo>
                  <a:lnTo>
                    <a:pt x="0" y="552144"/>
                  </a:lnTo>
                  <a:close/>
                </a:path>
              </a:pathLst>
            </a:custGeom>
            <a:solidFill>
              <a:srgbClr val="00386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667518" cy="5902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193726" y="1561477"/>
            <a:ext cx="12967562" cy="12847834"/>
            <a:chOff x="0" y="0"/>
            <a:chExt cx="846613" cy="838796"/>
          </a:xfrm>
        </p:grpSpPr>
        <p:sp>
          <p:nvSpPr>
            <p:cNvPr id="6" name="Freeform 6"/>
            <p:cNvSpPr/>
            <p:nvPr/>
          </p:nvSpPr>
          <p:spPr>
            <a:xfrm>
              <a:off x="24892" y="24567"/>
              <a:ext cx="796829" cy="789661"/>
            </a:xfrm>
            <a:custGeom>
              <a:avLst/>
              <a:gdLst/>
              <a:ahLst/>
              <a:cxnLst/>
              <a:rect l="l" t="t" r="r" b="b"/>
              <a:pathLst>
                <a:path w="796829" h="789661">
                  <a:moveTo>
                    <a:pt x="440826" y="17453"/>
                  </a:moveTo>
                  <a:lnTo>
                    <a:pt x="779309" y="352811"/>
                  </a:lnTo>
                  <a:cubicBezTo>
                    <a:pt x="790521" y="363920"/>
                    <a:pt x="796829" y="379048"/>
                    <a:pt x="796829" y="394831"/>
                  </a:cubicBezTo>
                  <a:cubicBezTo>
                    <a:pt x="796829" y="410614"/>
                    <a:pt x="790521" y="425742"/>
                    <a:pt x="779309" y="436851"/>
                  </a:cubicBezTo>
                  <a:lnTo>
                    <a:pt x="440826" y="772209"/>
                  </a:lnTo>
                  <a:cubicBezTo>
                    <a:pt x="417339" y="795479"/>
                    <a:pt x="379490" y="795479"/>
                    <a:pt x="356003" y="772209"/>
                  </a:cubicBezTo>
                  <a:lnTo>
                    <a:pt x="17519" y="436851"/>
                  </a:lnTo>
                  <a:cubicBezTo>
                    <a:pt x="6307" y="425742"/>
                    <a:pt x="0" y="410614"/>
                    <a:pt x="0" y="394831"/>
                  </a:cubicBezTo>
                  <a:cubicBezTo>
                    <a:pt x="0" y="379048"/>
                    <a:pt x="6307" y="363920"/>
                    <a:pt x="17519" y="352811"/>
                  </a:cubicBezTo>
                  <a:lnTo>
                    <a:pt x="356003" y="17453"/>
                  </a:lnTo>
                  <a:cubicBezTo>
                    <a:pt x="379490" y="-5817"/>
                    <a:pt x="417339" y="-5817"/>
                    <a:pt x="440826" y="17453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7424017" y="-6859967"/>
            <a:ext cx="18788758" cy="9328392"/>
            <a:chOff x="0" y="0"/>
            <a:chExt cx="1557574" cy="773317"/>
          </a:xfrm>
        </p:grpSpPr>
        <p:sp>
          <p:nvSpPr>
            <p:cNvPr id="8" name="Freeform 8"/>
            <p:cNvSpPr/>
            <p:nvPr/>
          </p:nvSpPr>
          <p:spPr>
            <a:xfrm>
              <a:off x="19862" y="0"/>
              <a:ext cx="1517850" cy="759391"/>
            </a:xfrm>
            <a:custGeom>
              <a:avLst/>
              <a:gdLst/>
              <a:ahLst/>
              <a:cxnLst/>
              <a:rect l="l" t="t" r="r" b="b"/>
              <a:pathLst>
                <a:path w="1517850" h="759391">
                  <a:moveTo>
                    <a:pt x="782901" y="749509"/>
                  </a:moveTo>
                  <a:lnTo>
                    <a:pt x="1513736" y="23807"/>
                  </a:lnTo>
                  <a:cubicBezTo>
                    <a:pt x="1517739" y="19832"/>
                    <a:pt x="1518948" y="13835"/>
                    <a:pt x="1516799" y="8619"/>
                  </a:cubicBezTo>
                  <a:cubicBezTo>
                    <a:pt x="1514649" y="3404"/>
                    <a:pt x="1509565" y="0"/>
                    <a:pt x="1503924" y="0"/>
                  </a:cubicBezTo>
                  <a:lnTo>
                    <a:pt x="13926" y="0"/>
                  </a:lnTo>
                  <a:cubicBezTo>
                    <a:pt x="8285" y="0"/>
                    <a:pt x="3201" y="3404"/>
                    <a:pt x="1051" y="8619"/>
                  </a:cubicBezTo>
                  <a:cubicBezTo>
                    <a:pt x="-1099" y="13835"/>
                    <a:pt x="111" y="19832"/>
                    <a:pt x="4114" y="23807"/>
                  </a:cubicBezTo>
                  <a:lnTo>
                    <a:pt x="734949" y="749509"/>
                  </a:lnTo>
                  <a:cubicBezTo>
                    <a:pt x="748218" y="762685"/>
                    <a:pt x="769632" y="762685"/>
                    <a:pt x="782901" y="749509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243371" y="17137"/>
              <a:ext cx="1070832" cy="397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8459608" y="3918737"/>
            <a:ext cx="9294992" cy="19413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4118"/>
              </a:lnSpc>
            </a:pPr>
            <a:r>
              <a:rPr lang="en-US" sz="15687" b="1">
                <a:solidFill>
                  <a:srgbClr val="003865"/>
                </a:solidFill>
                <a:latin typeface="DM Sans Bold"/>
                <a:ea typeface="DM Sans Bold"/>
                <a:cs typeface="DM Sans Bold"/>
                <a:sym typeface="DM Sans Bold"/>
              </a:rPr>
              <a:t>GRACIAS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7088064" y="3979825"/>
            <a:ext cx="1371544" cy="1371544"/>
            <a:chOff x="0" y="0"/>
            <a:chExt cx="361230" cy="36123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1230" cy="361230"/>
            </a:xfrm>
            <a:custGeom>
              <a:avLst/>
              <a:gdLst/>
              <a:ahLst/>
              <a:cxnLst/>
              <a:rect l="l" t="t" r="r" b="b"/>
              <a:pathLst>
                <a:path w="361230" h="361230">
                  <a:moveTo>
                    <a:pt x="141117" y="0"/>
                  </a:moveTo>
                  <a:lnTo>
                    <a:pt x="220113" y="0"/>
                  </a:lnTo>
                  <a:cubicBezTo>
                    <a:pt x="298050" y="0"/>
                    <a:pt x="361230" y="63180"/>
                    <a:pt x="361230" y="141117"/>
                  </a:cubicBezTo>
                  <a:lnTo>
                    <a:pt x="361230" y="220113"/>
                  </a:lnTo>
                  <a:cubicBezTo>
                    <a:pt x="361230" y="298050"/>
                    <a:pt x="298050" y="361230"/>
                    <a:pt x="220113" y="361230"/>
                  </a:cubicBezTo>
                  <a:lnTo>
                    <a:pt x="141117" y="361230"/>
                  </a:lnTo>
                  <a:cubicBezTo>
                    <a:pt x="63180" y="361230"/>
                    <a:pt x="0" y="298050"/>
                    <a:pt x="0" y="220113"/>
                  </a:cubicBezTo>
                  <a:lnTo>
                    <a:pt x="0" y="141117"/>
                  </a:lnTo>
                  <a:cubicBezTo>
                    <a:pt x="0" y="63180"/>
                    <a:pt x="63180" y="0"/>
                    <a:pt x="141117" y="0"/>
                  </a:cubicBezTo>
                  <a:close/>
                </a:path>
              </a:pathLst>
            </a:custGeom>
            <a:solidFill>
              <a:srgbClr val="F8A90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61230" cy="399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-4718233" y="2256011"/>
            <a:ext cx="11806298" cy="11937275"/>
            <a:chOff x="0" y="0"/>
            <a:chExt cx="770797" cy="779348"/>
          </a:xfrm>
        </p:grpSpPr>
        <p:sp>
          <p:nvSpPr>
            <p:cNvPr id="15" name="Freeform 15"/>
            <p:cNvSpPr/>
            <p:nvPr/>
          </p:nvSpPr>
          <p:spPr>
            <a:xfrm>
              <a:off x="26950" y="27374"/>
              <a:ext cx="716897" cy="724600"/>
            </a:xfrm>
            <a:custGeom>
              <a:avLst/>
              <a:gdLst/>
              <a:ahLst/>
              <a:cxnLst/>
              <a:rect l="l" t="t" r="r" b="b"/>
              <a:pathLst>
                <a:path w="716897" h="724600">
                  <a:moveTo>
                    <a:pt x="404560" y="19249"/>
                  </a:moveTo>
                  <a:lnTo>
                    <a:pt x="697736" y="315677"/>
                  </a:lnTo>
                  <a:cubicBezTo>
                    <a:pt x="723284" y="341509"/>
                    <a:pt x="723284" y="383091"/>
                    <a:pt x="697736" y="408923"/>
                  </a:cubicBezTo>
                  <a:lnTo>
                    <a:pt x="404560" y="705351"/>
                  </a:lnTo>
                  <a:cubicBezTo>
                    <a:pt x="392378" y="717669"/>
                    <a:pt x="375773" y="724600"/>
                    <a:pt x="358449" y="724600"/>
                  </a:cubicBezTo>
                  <a:cubicBezTo>
                    <a:pt x="341124" y="724600"/>
                    <a:pt x="324520" y="717669"/>
                    <a:pt x="312337" y="705351"/>
                  </a:cubicBezTo>
                  <a:lnTo>
                    <a:pt x="19162" y="408923"/>
                  </a:lnTo>
                  <a:cubicBezTo>
                    <a:pt x="-6387" y="383091"/>
                    <a:pt x="-6387" y="341509"/>
                    <a:pt x="19162" y="315677"/>
                  </a:cubicBezTo>
                  <a:lnTo>
                    <a:pt x="312337" y="19249"/>
                  </a:lnTo>
                  <a:cubicBezTo>
                    <a:pt x="324520" y="6931"/>
                    <a:pt x="341124" y="0"/>
                    <a:pt x="358449" y="0"/>
                  </a:cubicBezTo>
                  <a:cubicBezTo>
                    <a:pt x="375773" y="0"/>
                    <a:pt x="392378" y="6931"/>
                    <a:pt x="404560" y="19249"/>
                  </a:cubicBezTo>
                  <a:close/>
                </a:path>
              </a:pathLst>
            </a:custGeom>
            <a:solidFill>
              <a:srgbClr val="003865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211033" y="236081"/>
            <a:ext cx="5825841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60"/>
              </a:lnSpc>
              <a:spcBef>
                <a:spcPct val="0"/>
              </a:spcBef>
            </a:pPr>
            <a:r>
              <a:rPr lang="en-US" sz="2300" u="none" strike="noStrike">
                <a:solidFill>
                  <a:srgbClr val="003865"/>
                </a:solidFill>
                <a:latin typeface="DM Sans"/>
                <a:ea typeface="DM Sans"/>
                <a:cs typeface="DM Sans"/>
                <a:sym typeface="DM Sans"/>
              </a:rPr>
              <a:t>XV Jornada Científica - EP. Ing. Sistemas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institucional UPEU</dc:title>
  <cp:revision>44</cp:revision>
  <dcterms:created xsi:type="dcterms:W3CDTF">2006-08-16T00:00:00Z</dcterms:created>
  <dcterms:modified xsi:type="dcterms:W3CDTF">2026-06-17T16:14:00Z</dcterms:modified>
  <dc:identifier>DAHLnhdK3ho</dc:identifier>
</cp:coreProperties>
</file>